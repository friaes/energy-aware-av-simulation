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5" r:id="rId4"/>
    <p:sldId id="259" r:id="rId5"/>
    <p:sldId id="261" r:id="rId6"/>
    <p:sldId id="262" r:id="rId7"/>
    <p:sldId id="269" r:id="rId8"/>
    <p:sldId id="263" r:id="rId9"/>
    <p:sldId id="270" r:id="rId10"/>
    <p:sldId id="274" r:id="rId11"/>
    <p:sldId id="271" r:id="rId12"/>
    <p:sldId id="278" r:id="rId13"/>
    <p:sldId id="260" r:id="rId14"/>
    <p:sldId id="282" r:id="rId15"/>
    <p:sldId id="283" r:id="rId16"/>
    <p:sldId id="284" r:id="rId17"/>
    <p:sldId id="287" r:id="rId18"/>
    <p:sldId id="296" r:id="rId19"/>
    <p:sldId id="285" r:id="rId20"/>
    <p:sldId id="289" r:id="rId21"/>
    <p:sldId id="272" r:id="rId22"/>
    <p:sldId id="297" r:id="rId23"/>
    <p:sldId id="294" r:id="rId24"/>
    <p:sldId id="298" r:id="rId25"/>
    <p:sldId id="273" r:id="rId26"/>
    <p:sldId id="292" r:id="rId27"/>
    <p:sldId id="293" r:id="rId28"/>
  </p:sldIdLst>
  <p:sldSz cx="9144000" cy="5143500" type="screen16x9"/>
  <p:notesSz cx="51435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16A34A"/>
    <a:srgbClr val="FEF2F2"/>
    <a:srgbClr val="FECACA"/>
    <a:srgbClr val="FFF7ED"/>
    <a:srgbClr val="FED7AA"/>
    <a:srgbClr val="F0FDFA"/>
    <a:srgbClr val="BBF7D0"/>
    <a:srgbClr val="0F2240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49894-819E-484E-AD65-98E351DF6EFC}" v="997" dt="2026-05-28T10:45:24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9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Friães" userId="686744df8f37635b" providerId="LiveId" clId="{91494AB5-DFF6-4BF7-9139-6C8A5FC18882}"/>
    <pc:docChg chg="undo redo custSel addSld delSld modSld sldOrd">
      <pc:chgData name="Rodrigo Friães" userId="686744df8f37635b" providerId="LiveId" clId="{91494AB5-DFF6-4BF7-9139-6C8A5FC18882}" dt="2026-06-23T15:29:50.837" v="12142" actId="20577"/>
      <pc:docMkLst>
        <pc:docMk/>
      </pc:docMkLst>
      <pc:sldChg chg="addSp delSp modSp mod">
        <pc:chgData name="Rodrigo Friães" userId="686744df8f37635b" providerId="LiveId" clId="{91494AB5-DFF6-4BF7-9139-6C8A5FC18882}" dt="2026-05-28T09:47:13.069" v="11817" actId="1038"/>
        <pc:sldMkLst>
          <pc:docMk/>
          <pc:sldMk cId="0" sldId="259"/>
        </pc:sldMkLst>
        <pc:spChg chg="add mod">
          <ac:chgData name="Rodrigo Friães" userId="686744df8f37635b" providerId="LiveId" clId="{91494AB5-DFF6-4BF7-9139-6C8A5FC18882}" dt="2026-05-28T09:46:29.012" v="11806" actId="1076"/>
          <ac:spMkLst>
            <pc:docMk/>
            <pc:sldMk cId="0" sldId="259"/>
            <ac:spMk id="13" creationId="{397254F5-BBA7-3BB1-C095-A6286C99D7C6}"/>
          </ac:spMkLst>
        </pc:spChg>
        <pc:spChg chg="mod">
          <ac:chgData name="Rodrigo Friães" userId="686744df8f37635b" providerId="LiveId" clId="{91494AB5-DFF6-4BF7-9139-6C8A5FC18882}" dt="2026-05-28T09:44:52.361" v="11779" actId="14100"/>
          <ac:spMkLst>
            <pc:docMk/>
            <pc:sldMk cId="0" sldId="259"/>
            <ac:spMk id="13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16.665" v="11772" actId="1076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16.665" v="11772" actId="1076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16.665" v="11772" actId="1076"/>
          <ac:spMkLst>
            <pc:docMk/>
            <pc:sldMk cId="0" sldId="259"/>
            <ac:spMk id="14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32.386" v="11774" actId="1076"/>
          <ac:spMkLst>
            <pc:docMk/>
            <pc:sldMk cId="0" sldId="259"/>
            <ac:spMk id="14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32.386" v="11774" actId="1076"/>
          <ac:spMkLst>
            <pc:docMk/>
            <pc:sldMk cId="0" sldId="259"/>
            <ac:spMk id="155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32.386" v="11774" actId="1076"/>
          <ac:spMkLst>
            <pc:docMk/>
            <pc:sldMk cId="0" sldId="259"/>
            <ac:spMk id="15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4:32.386" v="11774" actId="1076"/>
          <ac:spMkLst>
            <pc:docMk/>
            <pc:sldMk cId="0" sldId="259"/>
            <ac:spMk id="157" creationId="{00000000-0000-0000-0000-000000000000}"/>
          </ac:spMkLst>
        </pc:spChg>
        <pc:cxnChg chg="add mod">
          <ac:chgData name="Rodrigo Friães" userId="686744df8f37635b" providerId="LiveId" clId="{91494AB5-DFF6-4BF7-9139-6C8A5FC18882}" dt="2026-05-28T09:46:57.350" v="11810" actId="1076"/>
          <ac:cxnSpMkLst>
            <pc:docMk/>
            <pc:sldMk cId="0" sldId="259"/>
            <ac:cxnSpMk id="3" creationId="{2E21F8A0-1A75-D2F7-E835-981351AE701A}"/>
          </ac:cxnSpMkLst>
        </pc:cxnChg>
        <pc:cxnChg chg="add mod">
          <ac:chgData name="Rodrigo Friães" userId="686744df8f37635b" providerId="LiveId" clId="{91494AB5-DFF6-4BF7-9139-6C8A5FC18882}" dt="2026-05-28T09:47:13.069" v="11817" actId="1038"/>
          <ac:cxnSpMkLst>
            <pc:docMk/>
            <pc:sldMk cId="0" sldId="259"/>
            <ac:cxnSpMk id="16" creationId="{7330C6B8-2EA7-C63B-4AC5-183DB09673E3}"/>
          </ac:cxnSpMkLst>
        </pc:cxnChg>
      </pc:sldChg>
      <pc:sldChg chg="addSp modSp add del mod setBg addAnim delAnim modAnim modNotes">
        <pc:chgData name="Rodrigo Friães" userId="686744df8f37635b" providerId="LiveId" clId="{91494AB5-DFF6-4BF7-9139-6C8A5FC18882}" dt="2026-05-27T14:18:26.372" v="9968" actId="1036"/>
        <pc:sldMkLst>
          <pc:docMk/>
          <pc:sldMk cId="0" sldId="260"/>
        </pc:sldMkLst>
        <pc:spChg chg="mod">
          <ac:chgData name="Rodrigo Friães" userId="686744df8f37635b" providerId="LiveId" clId="{91494AB5-DFF6-4BF7-9139-6C8A5FC18882}" dt="2026-05-26T03:42:24.570" v="8516" actId="20577"/>
          <ac:spMkLst>
            <pc:docMk/>
            <pc:sldMk cId="0" sldId="260"/>
            <ac:spMk id="17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1.780" v="9964" actId="1036"/>
          <ac:spMkLst>
            <pc:docMk/>
            <pc:sldMk cId="0" sldId="260"/>
            <ac:spMk id="18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1.780" v="9964" actId="1036"/>
          <ac:spMkLst>
            <pc:docMk/>
            <pc:sldMk cId="0" sldId="260"/>
            <ac:spMk id="18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1.780" v="9964" actId="1036"/>
          <ac:spMkLst>
            <pc:docMk/>
            <pc:sldMk cId="0" sldId="260"/>
            <ac:spMk id="18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1.780" v="9964" actId="1036"/>
          <ac:spMkLst>
            <pc:docMk/>
            <pc:sldMk cId="0" sldId="260"/>
            <ac:spMk id="19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1.780" v="9964" actId="1036"/>
          <ac:spMkLst>
            <pc:docMk/>
            <pc:sldMk cId="0" sldId="260"/>
            <ac:spMk id="19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6.372" v="9968" actId="1036"/>
          <ac:spMkLst>
            <pc:docMk/>
            <pc:sldMk cId="0" sldId="260"/>
            <ac:spMk id="20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6.372" v="9968" actId="1036"/>
          <ac:spMkLst>
            <pc:docMk/>
            <pc:sldMk cId="0" sldId="260"/>
            <ac:spMk id="20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6.372" v="9968" actId="1036"/>
          <ac:spMkLst>
            <pc:docMk/>
            <pc:sldMk cId="0" sldId="260"/>
            <ac:spMk id="20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6.372" v="9968" actId="1036"/>
          <ac:spMkLst>
            <pc:docMk/>
            <pc:sldMk cId="0" sldId="260"/>
            <ac:spMk id="20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18:26.372" v="9968" actId="1036"/>
          <ac:spMkLst>
            <pc:docMk/>
            <pc:sldMk cId="0" sldId="260"/>
            <ac:spMk id="208" creationId="{00000000-0000-0000-0000-000000000000}"/>
          </ac:spMkLst>
        </pc:spChg>
      </pc:sldChg>
      <pc:sldChg chg="addSp modSp mod modAnim">
        <pc:chgData name="Rodrigo Friães" userId="686744df8f37635b" providerId="LiveId" clId="{91494AB5-DFF6-4BF7-9139-6C8A5FC18882}" dt="2026-05-27T14:08:01.538" v="9633"/>
        <pc:sldMkLst>
          <pc:docMk/>
          <pc:sldMk cId="0" sldId="261"/>
        </pc:sldMkLst>
        <pc:spChg chg="add mod">
          <ac:chgData name="Rodrigo Friães" userId="686744df8f37635b" providerId="LiveId" clId="{91494AB5-DFF6-4BF7-9139-6C8A5FC18882}" dt="2026-05-27T14:06:41.709" v="9629" actId="14100"/>
          <ac:spMkLst>
            <pc:docMk/>
            <pc:sldMk cId="0" sldId="261"/>
            <ac:spMk id="5" creationId="{7DCC568A-8A27-75E3-3955-1566B643A141}"/>
          </ac:spMkLst>
        </pc:spChg>
        <pc:spChg chg="add mod">
          <ac:chgData name="Rodrigo Friães" userId="686744df8f37635b" providerId="LiveId" clId="{91494AB5-DFF6-4BF7-9139-6C8A5FC18882}" dt="2026-05-27T14:06:03.696" v="9626" actId="1076"/>
          <ac:spMkLst>
            <pc:docMk/>
            <pc:sldMk cId="0" sldId="261"/>
            <ac:spMk id="9" creationId="{8A1F96DE-0EEB-311B-74E6-C4E9018E77DE}"/>
          </ac:spMkLst>
        </pc:spChg>
        <pc:spChg chg="mod">
          <ac:chgData name="Rodrigo Friães" userId="686744df8f37635b" providerId="LiveId" clId="{91494AB5-DFF6-4BF7-9139-6C8A5FC18882}" dt="2026-05-27T14:06:17.804" v="9628" actId="1035"/>
          <ac:spMkLst>
            <pc:docMk/>
            <pc:sldMk cId="0" sldId="261"/>
            <ac:spMk id="20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6:47.217" v="9630" actId="14100"/>
          <ac:spMkLst>
            <pc:docMk/>
            <pc:sldMk cId="0" sldId="261"/>
            <ac:spMk id="220" creationId="{00000000-0000-0000-0000-000000000000}"/>
          </ac:spMkLst>
        </pc:spChg>
      </pc:sldChg>
      <pc:sldChg chg="modSp mod">
        <pc:chgData name="Rodrigo Friães" userId="686744df8f37635b" providerId="LiveId" clId="{91494AB5-DFF6-4BF7-9139-6C8A5FC18882}" dt="2026-05-27T16:01:21.484" v="11016" actId="1036"/>
        <pc:sldMkLst>
          <pc:docMk/>
          <pc:sldMk cId="0" sldId="262"/>
        </pc:sldMkLst>
        <pc:spChg chg="mod">
          <ac:chgData name="Rodrigo Friães" userId="686744df8f37635b" providerId="LiveId" clId="{91494AB5-DFF6-4BF7-9139-6C8A5FC18882}" dt="2026-05-27T16:00:33.542" v="11006" actId="403"/>
          <ac:spMkLst>
            <pc:docMk/>
            <pc:sldMk cId="0" sldId="262"/>
            <ac:spMk id="227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6:00:17.995" v="11005" actId="403"/>
          <ac:spMkLst>
            <pc:docMk/>
            <pc:sldMk cId="0" sldId="262"/>
            <ac:spMk id="22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6:00:07.677" v="11004" actId="20577"/>
          <ac:spMkLst>
            <pc:docMk/>
            <pc:sldMk cId="0" sldId="262"/>
            <ac:spMk id="2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6:01:18.504" v="11013" actId="1036"/>
          <ac:spMkLst>
            <pc:docMk/>
            <pc:sldMk cId="0" sldId="262"/>
            <ac:spMk id="24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6:01:09.869" v="11010" actId="1036"/>
          <ac:spMkLst>
            <pc:docMk/>
            <pc:sldMk cId="0" sldId="262"/>
            <ac:spMk id="24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3:21:10.696" v="6905" actId="20577"/>
          <ac:spMkLst>
            <pc:docMk/>
            <pc:sldMk cId="0" sldId="262"/>
            <ac:spMk id="25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3:22:01.983" v="6970" actId="20577"/>
          <ac:spMkLst>
            <pc:docMk/>
            <pc:sldMk cId="0" sldId="262"/>
            <ac:spMk id="25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6:01:21.484" v="11016" actId="1036"/>
          <ac:spMkLst>
            <pc:docMk/>
            <pc:sldMk cId="0" sldId="262"/>
            <ac:spMk id="256" creationId="{00000000-0000-0000-0000-000000000000}"/>
          </ac:spMkLst>
        </pc:spChg>
      </pc:sldChg>
      <pc:sldChg chg="addSp modSp mod setBg">
        <pc:chgData name="Rodrigo Friães" userId="686744df8f37635b" providerId="LiveId" clId="{91494AB5-DFF6-4BF7-9139-6C8A5FC18882}" dt="2026-05-28T09:48:26.644" v="11825" actId="20577"/>
        <pc:sldMkLst>
          <pc:docMk/>
          <pc:sldMk cId="0" sldId="263"/>
        </pc:sldMkLst>
        <pc:spChg chg="mod">
          <ac:chgData name="Rodrigo Friães" userId="686744df8f37635b" providerId="LiveId" clId="{91494AB5-DFF6-4BF7-9139-6C8A5FC18882}" dt="2026-05-28T09:48:26.644" v="11825" actId="20577"/>
          <ac:spMkLst>
            <pc:docMk/>
            <pc:sldMk cId="0" sldId="263"/>
            <ac:spMk id="27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09:48:19.868" v="11821" actId="20577"/>
          <ac:spMkLst>
            <pc:docMk/>
            <pc:sldMk cId="0" sldId="263"/>
            <ac:spMk id="271" creationId="{00000000-0000-0000-0000-000000000000}"/>
          </ac:spMkLst>
        </pc:spChg>
      </pc:sldChg>
      <pc:sldChg chg="addSp delSp modSp add mod setBg">
        <pc:chgData name="Rodrigo Friães" userId="686744df8f37635b" providerId="LiveId" clId="{91494AB5-DFF6-4BF7-9139-6C8A5FC18882}" dt="2026-05-25T23:40:39.532" v="7063" actId="20577"/>
        <pc:sldMkLst>
          <pc:docMk/>
          <pc:sldMk cId="0" sldId="269"/>
        </pc:sldMkLst>
        <pc:spChg chg="mod">
          <ac:chgData name="Rodrigo Friães" userId="686744df8f37635b" providerId="LiveId" clId="{91494AB5-DFF6-4BF7-9139-6C8A5FC18882}" dt="2026-05-25T23:40:39.532" v="7063" actId="20577"/>
          <ac:spMkLst>
            <pc:docMk/>
            <pc:sldMk cId="0" sldId="269"/>
            <ac:spMk id="507" creationId="{00000000-0000-0000-0000-000000000000}"/>
          </ac:spMkLst>
        </pc:spChg>
      </pc:sldChg>
      <pc:sldChg chg="addSp modSp add mod setBg modNotes">
        <pc:chgData name="Rodrigo Friães" userId="686744df8f37635b" providerId="LiveId" clId="{91494AB5-DFF6-4BF7-9139-6C8A5FC18882}" dt="2026-05-26T03:08:12.469" v="8219" actId="20577"/>
        <pc:sldMkLst>
          <pc:docMk/>
          <pc:sldMk cId="437606132" sldId="270"/>
        </pc:sldMkLst>
        <pc:spChg chg="mod">
          <ac:chgData name="Rodrigo Friães" userId="686744df8f37635b" providerId="LiveId" clId="{91494AB5-DFF6-4BF7-9139-6C8A5FC18882}" dt="2026-05-26T03:08:12.469" v="8219" actId="20577"/>
          <ac:spMkLst>
            <pc:docMk/>
            <pc:sldMk cId="437606132" sldId="270"/>
            <ac:spMk id="267" creationId="{590F9A68-E46C-D4A0-6269-C2857C5E2EE2}"/>
          </ac:spMkLst>
        </pc:spChg>
      </pc:sldChg>
      <pc:sldChg chg="addSp delSp modSp add mod ord setBg addAnim delAnim modAnim modNotes">
        <pc:chgData name="Rodrigo Friães" userId="686744df8f37635b" providerId="LiveId" clId="{91494AB5-DFF6-4BF7-9139-6C8A5FC18882}" dt="2026-05-27T13:54:16.321" v="9371"/>
        <pc:sldMkLst>
          <pc:docMk/>
          <pc:sldMk cId="0" sldId="271"/>
        </pc:sldMkLst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7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50:00.236" v="9324" actId="1037"/>
          <ac:spMkLst>
            <pc:docMk/>
            <pc:sldMk cId="0" sldId="271"/>
            <ac:spMk id="1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20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7T13:46:55.064" v="9296" actId="208"/>
          <ac:spMkLst>
            <pc:docMk/>
            <pc:sldMk cId="0" sldId="271"/>
            <ac:spMk id="22" creationId="{C9A559FB-FB5B-BADA-7C1B-5DAD1FBCAA71}"/>
          </ac:spMkLst>
        </pc:spChg>
        <pc:spChg chg="add mod">
          <ac:chgData name="Rodrigo Friães" userId="686744df8f37635b" providerId="LiveId" clId="{91494AB5-DFF6-4BF7-9139-6C8A5FC18882}" dt="2026-05-27T13:46:18.134" v="9294" actId="1036"/>
          <ac:spMkLst>
            <pc:docMk/>
            <pc:sldMk cId="0" sldId="271"/>
            <ac:spMk id="24" creationId="{97ACAE95-BD48-24A4-9763-6249FCC1C435}"/>
          </ac:spMkLst>
        </pc:spChg>
        <pc:spChg chg="add mod">
          <ac:chgData name="Rodrigo Friães" userId="686744df8f37635b" providerId="LiveId" clId="{91494AB5-DFF6-4BF7-9139-6C8A5FC18882}" dt="2026-05-27T13:50:47.568" v="9333" actId="1038"/>
          <ac:spMkLst>
            <pc:docMk/>
            <pc:sldMk cId="0" sldId="271"/>
            <ac:spMk id="25" creationId="{DC48E067-B6AE-B2EB-ED3C-D3A80E7AC01D}"/>
          </ac:spMkLst>
        </pc:spChg>
        <pc:spChg chg="add mod">
          <ac:chgData name="Rodrigo Friães" userId="686744df8f37635b" providerId="LiveId" clId="{91494AB5-DFF6-4BF7-9139-6C8A5FC18882}" dt="2026-05-27T13:50:32.919" v="9327" actId="208"/>
          <ac:spMkLst>
            <pc:docMk/>
            <pc:sldMk cId="0" sldId="271"/>
            <ac:spMk id="27" creationId="{860A36A4-0977-BAAD-C867-8B624B678B6D}"/>
          </ac:spMkLst>
        </pc:spChg>
        <pc:spChg chg="add mod">
          <ac:chgData name="Rodrigo Friães" userId="686744df8f37635b" providerId="LiveId" clId="{91494AB5-DFF6-4BF7-9139-6C8A5FC18882}" dt="2026-05-27T13:53:49.524" v="9369" actId="1076"/>
          <ac:spMkLst>
            <pc:docMk/>
            <pc:sldMk cId="0" sldId="271"/>
            <ac:spMk id="28" creationId="{C2BF90FC-47BE-20B5-A931-3CF4B9942CF2}"/>
          </ac:spMkLst>
        </pc:spChg>
      </pc:sldChg>
      <pc:sldChg chg="addSp modSp add mod setBg modAnim">
        <pc:chgData name="Rodrigo Friães" userId="686744df8f37635b" providerId="LiveId" clId="{91494AB5-DFF6-4BF7-9139-6C8A5FC18882}" dt="2026-05-28T09:50:02.047" v="11827"/>
        <pc:sldMkLst>
          <pc:docMk/>
          <pc:sldMk cId="0" sldId="272"/>
        </pc:sldMkLst>
        <pc:spChg chg="mod">
          <ac:chgData name="Rodrigo Friães" userId="686744df8f37635b" providerId="LiveId" clId="{91494AB5-DFF6-4BF7-9139-6C8A5FC18882}" dt="2026-05-26T10:07:29.628" v="8575" actId="20577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6T10:04:08.835" v="8542" actId="1076"/>
          <ac:spMkLst>
            <pc:docMk/>
            <pc:sldMk cId="0" sldId="272"/>
            <ac:spMk id="5" creationId="{32B45148-73A1-A32B-17B1-6E366C94B599}"/>
          </ac:spMkLst>
        </pc:spChg>
        <pc:spChg chg="add mod">
          <ac:chgData name="Rodrigo Friães" userId="686744df8f37635b" providerId="LiveId" clId="{91494AB5-DFF6-4BF7-9139-6C8A5FC18882}" dt="2026-05-26T10:06:46.659" v="8560" actId="1035"/>
          <ac:spMkLst>
            <pc:docMk/>
            <pc:sldMk cId="0" sldId="272"/>
            <ac:spMk id="7" creationId="{C60ACE00-488D-273B-5D06-E61E759CF252}"/>
          </ac:spMkLst>
        </pc:spChg>
        <pc:spChg chg="mod">
          <ac:chgData name="Rodrigo Friães" userId="686744df8f37635b" providerId="LiveId" clId="{91494AB5-DFF6-4BF7-9139-6C8A5FC18882}" dt="2026-05-26T10:04:17.039" v="8543" actId="14100"/>
          <ac:spMkLst>
            <pc:docMk/>
            <pc:sldMk cId="0" sldId="272"/>
            <ac:spMk id="10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0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0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2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4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5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5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7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17.405" v="8667" actId="1076"/>
          <ac:spMkLst>
            <pc:docMk/>
            <pc:sldMk cId="0" sldId="272"/>
            <ac:spMk id="17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8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2:07.415" v="8666" actId="1076"/>
          <ac:spMkLst>
            <pc:docMk/>
            <pc:sldMk cId="0" sldId="272"/>
            <ac:spMk id="18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11:30.191" v="8610" actId="208"/>
          <ac:spMkLst>
            <pc:docMk/>
            <pc:sldMk cId="0" sldId="272"/>
            <ac:spMk id="19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04:21.069" v="8544" actId="14100"/>
          <ac:spMkLst>
            <pc:docMk/>
            <pc:sldMk cId="0" sldId="272"/>
            <ac:spMk id="20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0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0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2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4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5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5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7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41.074" v="8673" actId="1076"/>
          <ac:spMkLst>
            <pc:docMk/>
            <pc:sldMk cId="0" sldId="272"/>
            <ac:spMk id="27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8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6T10:35:08.977" v="8670" actId="1076"/>
          <ac:spMkLst>
            <pc:docMk/>
            <pc:sldMk cId="0" sldId="272"/>
            <ac:spMk id="281" creationId="{00000000-0000-0000-0000-000000000000}"/>
          </ac:spMkLst>
        </pc:spChg>
      </pc:sldChg>
      <pc:sldChg chg="modSp add mod setBg">
        <pc:chgData name="Rodrigo Friães" userId="686744df8f37635b" providerId="LiveId" clId="{91494AB5-DFF6-4BF7-9139-6C8A5FC18882}" dt="2026-05-27T23:45:02.737" v="11708" actId="1076"/>
        <pc:sldMkLst>
          <pc:docMk/>
          <pc:sldMk cId="0" sldId="273"/>
        </pc:sldMkLst>
        <pc:spChg chg="mod">
          <ac:chgData name="Rodrigo Friães" userId="686744df8f37635b" providerId="LiveId" clId="{91494AB5-DFF6-4BF7-9139-6C8A5FC18882}" dt="2026-05-27T23:39:29.357" v="11620" actId="20577"/>
          <ac:spMkLst>
            <pc:docMk/>
            <pc:sldMk cId="0" sldId="273"/>
            <ac:spMk id="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8:45.429" v="11604" actId="103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8:45.429" v="11604" actId="103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4:56.450" v="11707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0:18.408" v="11635" actId="107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8:45.429" v="11604" actId="103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1:07.086" v="11645" actId="403"/>
          <ac:spMkLst>
            <pc:docMk/>
            <pc:sldMk cId="0" sldId="273"/>
            <ac:spMk id="2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8:45.429" v="11604" actId="1036"/>
          <ac:spMkLst>
            <pc:docMk/>
            <pc:sldMk cId="0" sldId="273"/>
            <ac:spMk id="3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8:45.429" v="11604" actId="1036"/>
          <ac:spMkLst>
            <pc:docMk/>
            <pc:sldMk cId="0" sldId="273"/>
            <ac:spMk id="3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5:02.737" v="11708" actId="1076"/>
          <ac:spMkLst>
            <pc:docMk/>
            <pc:sldMk cId="0" sldId="273"/>
            <ac:spMk id="3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4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4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3:15.802" v="11702" actId="20577"/>
          <ac:spMkLst>
            <pc:docMk/>
            <pc:sldMk cId="0" sldId="273"/>
            <ac:spMk id="4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5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5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5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42:27.312" v="11700" actId="1036"/>
          <ac:spMkLst>
            <pc:docMk/>
            <pc:sldMk cId="0" sldId="273"/>
            <ac:spMk id="53" creationId="{00000000-0000-0000-0000-000000000000}"/>
          </ac:spMkLst>
        </pc:spChg>
      </pc:sldChg>
      <pc:sldChg chg="addSp delSp modSp new mod ord setBg delAnim modAnim">
        <pc:chgData name="Rodrigo Friães" userId="686744df8f37635b" providerId="LiveId" clId="{91494AB5-DFF6-4BF7-9139-6C8A5FC18882}" dt="2026-05-25T23:37:37.638" v="7016"/>
        <pc:sldMkLst>
          <pc:docMk/>
          <pc:sldMk cId="4185217402" sldId="274"/>
        </pc:sldMkLst>
      </pc:sldChg>
      <pc:sldChg chg="addSp delSp modSp add mod">
        <pc:chgData name="Rodrigo Friães" userId="686744df8f37635b" providerId="LiveId" clId="{91494AB5-DFF6-4BF7-9139-6C8A5FC18882}" dt="2026-05-27T17:47:46.822" v="11528" actId="1036"/>
        <pc:sldMkLst>
          <pc:docMk/>
          <pc:sldMk cId="2626915445" sldId="278"/>
        </pc:sldMkLst>
        <pc:spChg chg="add mod">
          <ac:chgData name="Rodrigo Friães" userId="686744df8f37635b" providerId="LiveId" clId="{91494AB5-DFF6-4BF7-9139-6C8A5FC18882}" dt="2026-05-27T17:47:46.822" v="11528" actId="1036"/>
          <ac:spMkLst>
            <pc:docMk/>
            <pc:sldMk cId="2626915445" sldId="278"/>
            <ac:spMk id="7" creationId="{F3E98EEC-4885-D220-8490-C84E195877B9}"/>
          </ac:spMkLst>
        </pc:spChg>
        <pc:spChg chg="add mod">
          <ac:chgData name="Rodrigo Friães" userId="686744df8f37635b" providerId="LiveId" clId="{91494AB5-DFF6-4BF7-9139-6C8A5FC18882}" dt="2026-05-27T17:47:46.822" v="11528" actId="1036"/>
          <ac:spMkLst>
            <pc:docMk/>
            <pc:sldMk cId="2626915445" sldId="278"/>
            <ac:spMk id="9" creationId="{218547A0-494B-D388-7314-FA4DE9C3A064}"/>
          </ac:spMkLst>
        </pc:spChg>
        <pc:spChg chg="add mod">
          <ac:chgData name="Rodrigo Friães" userId="686744df8f37635b" providerId="LiveId" clId="{91494AB5-DFF6-4BF7-9139-6C8A5FC18882}" dt="2026-05-27T17:46:25.257" v="11520" actId="20577"/>
          <ac:spMkLst>
            <pc:docMk/>
            <pc:sldMk cId="2626915445" sldId="278"/>
            <ac:spMk id="10" creationId="{3C65A60E-6D57-F1F5-DB4B-5503B6DE8174}"/>
          </ac:spMkLst>
        </pc:spChg>
        <pc:spChg chg="mod">
          <ac:chgData name="Rodrigo Friães" userId="686744df8f37635b" providerId="LiveId" clId="{91494AB5-DFF6-4BF7-9139-6C8A5FC18882}" dt="2026-05-27T17:39:39.567" v="11467" actId="1036"/>
          <ac:spMkLst>
            <pc:docMk/>
            <pc:sldMk cId="2626915445" sldId="278"/>
            <ac:spMk id="22" creationId="{624F23FE-90AD-EE38-61D6-579E830FC52A}"/>
          </ac:spMkLst>
        </pc:spChg>
        <pc:spChg chg="mod">
          <ac:chgData name="Rodrigo Friães" userId="686744df8f37635b" providerId="LiveId" clId="{91494AB5-DFF6-4BF7-9139-6C8A5FC18882}" dt="2026-05-27T17:39:39.567" v="11467" actId="1036"/>
          <ac:spMkLst>
            <pc:docMk/>
            <pc:sldMk cId="2626915445" sldId="278"/>
            <ac:spMk id="24" creationId="{CBA44C0A-AD23-4239-1C7F-C2740C2BB67D}"/>
          </ac:spMkLst>
        </pc:spChg>
        <pc:spChg chg="mod">
          <ac:chgData name="Rodrigo Friães" userId="686744df8f37635b" providerId="LiveId" clId="{91494AB5-DFF6-4BF7-9139-6C8A5FC18882}" dt="2026-05-27T17:39:39.567" v="11467" actId="1036"/>
          <ac:spMkLst>
            <pc:docMk/>
            <pc:sldMk cId="2626915445" sldId="278"/>
            <ac:spMk id="26" creationId="{54AC7EF7-ECE4-4E3B-0ADA-1FDC479E199D}"/>
          </ac:spMkLst>
        </pc:spChg>
        <pc:spChg chg="add mod">
          <ac:chgData name="Rodrigo Friães" userId="686744df8f37635b" providerId="LiveId" clId="{91494AB5-DFF6-4BF7-9139-6C8A5FC18882}" dt="2026-05-27T15:44:48.879" v="10886" actId="1038"/>
          <ac:spMkLst>
            <pc:docMk/>
            <pc:sldMk cId="2626915445" sldId="278"/>
            <ac:spMk id="43" creationId="{F071FD2D-1734-09D0-C5A5-D48F87C413A3}"/>
          </ac:spMkLst>
        </pc:spChg>
        <pc:graphicFrameChg chg="add mod modGraphic">
          <ac:chgData name="Rodrigo Friães" userId="686744df8f37635b" providerId="LiveId" clId="{91494AB5-DFF6-4BF7-9139-6C8A5FC18882}" dt="2026-05-27T17:47:46.822" v="11528" actId="1036"/>
          <ac:graphicFrameMkLst>
            <pc:docMk/>
            <pc:sldMk cId="2626915445" sldId="278"/>
            <ac:graphicFrameMk id="6" creationId="{DCD08357-27D2-5BE4-89E9-46F9421A4116}"/>
          </ac:graphicFrameMkLst>
        </pc:graphicFrameChg>
        <pc:graphicFrameChg chg="add mod modGraphic">
          <ac:chgData name="Rodrigo Friães" userId="686744df8f37635b" providerId="LiveId" clId="{91494AB5-DFF6-4BF7-9139-6C8A5FC18882}" dt="2026-05-27T17:47:46.822" v="11528" actId="1036"/>
          <ac:graphicFrameMkLst>
            <pc:docMk/>
            <pc:sldMk cId="2626915445" sldId="278"/>
            <ac:graphicFrameMk id="8" creationId="{0D37B79F-C58D-E51B-D598-B6B286C2F4C4}"/>
          </ac:graphicFrameMkLst>
        </pc:graphicFrameChg>
        <pc:picChg chg="add mod">
          <ac:chgData name="Rodrigo Friães" userId="686744df8f37635b" providerId="LiveId" clId="{91494AB5-DFF6-4BF7-9139-6C8A5FC18882}" dt="2026-05-27T15:44:48.879" v="10886" actId="1038"/>
          <ac:picMkLst>
            <pc:docMk/>
            <pc:sldMk cId="2626915445" sldId="278"/>
            <ac:picMk id="37" creationId="{B00ADECA-4B27-7ED6-D317-057D1135F941}"/>
          </ac:picMkLst>
        </pc:picChg>
      </pc:sldChg>
      <pc:sldChg chg="addSp delSp modSp add mod setBg modAnim">
        <pc:chgData name="Rodrigo Friães" userId="686744df8f37635b" providerId="LiveId" clId="{91494AB5-DFF6-4BF7-9139-6C8A5FC18882}" dt="2026-05-26T10:09:32.169" v="8608"/>
        <pc:sldMkLst>
          <pc:docMk/>
          <pc:sldMk cId="0" sldId="282"/>
        </pc:sldMkLst>
        <pc:spChg chg="mod">
          <ac:chgData name="Rodrigo Friães" userId="686744df8f37635b" providerId="LiveId" clId="{91494AB5-DFF6-4BF7-9139-6C8A5FC18882}" dt="2026-05-26T03:42:19.743" v="8514" actId="20577"/>
          <ac:spMkLst>
            <pc:docMk/>
            <pc:sldMk cId="0" sldId="282"/>
            <ac:spMk id="5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6T03:42:30.829" v="8518" actId="20577"/>
          <ac:spMkLst>
            <pc:docMk/>
            <pc:sldMk cId="0" sldId="282"/>
            <ac:spMk id="10" creationId="{E17F9D5A-CA04-30E5-28FD-DC3E70CC6C01}"/>
          </ac:spMkLst>
        </pc:spChg>
        <pc:graphicFrameChg chg="add mod modGraphic">
          <ac:chgData name="Rodrigo Friães" userId="686744df8f37635b" providerId="LiveId" clId="{91494AB5-DFF6-4BF7-9139-6C8A5FC18882}" dt="2026-05-26T10:09:18.649" v="8605" actId="20577"/>
          <ac:graphicFrameMkLst>
            <pc:docMk/>
            <pc:sldMk cId="0" sldId="282"/>
            <ac:graphicFrameMk id="18" creationId="{D47725E3-7A22-C3A6-1CFA-E8F20A1A3C75}"/>
          </ac:graphicFrameMkLst>
        </pc:graphicFrameChg>
        <pc:graphicFrameChg chg="add mod modGraphic">
          <ac:chgData name="Rodrigo Friães" userId="686744df8f37635b" providerId="LiveId" clId="{91494AB5-DFF6-4BF7-9139-6C8A5FC18882}" dt="2026-05-26T10:09:29.357" v="8607"/>
          <ac:graphicFrameMkLst>
            <pc:docMk/>
            <pc:sldMk cId="0" sldId="282"/>
            <ac:graphicFrameMk id="22" creationId="{71B32664-2F0A-052F-9283-15EB9A09D443}"/>
          </ac:graphicFrameMkLst>
        </pc:graphicFrameChg>
        <pc:graphicFrameChg chg="add mod modGraphic">
          <ac:chgData name="Rodrigo Friães" userId="686744df8f37635b" providerId="LiveId" clId="{91494AB5-DFF6-4BF7-9139-6C8A5FC18882}" dt="2026-05-26T10:09:26.414" v="8606"/>
          <ac:graphicFrameMkLst>
            <pc:docMk/>
            <pc:sldMk cId="0" sldId="282"/>
            <ac:graphicFrameMk id="27" creationId="{FFB30442-30B2-5B80-4A75-65BA67E0C47D}"/>
          </ac:graphicFrameMkLst>
        </pc:graphicFrameChg>
        <pc:graphicFrameChg chg="add mod modGraphic">
          <ac:chgData name="Rodrigo Friães" userId="686744df8f37635b" providerId="LiveId" clId="{91494AB5-DFF6-4BF7-9139-6C8A5FC18882}" dt="2026-05-26T10:09:32.169" v="8608"/>
          <ac:graphicFrameMkLst>
            <pc:docMk/>
            <pc:sldMk cId="0" sldId="282"/>
            <ac:graphicFrameMk id="31" creationId="{AEA2C8E6-5D19-8C74-EB3A-ABCF9CB65C94}"/>
          </ac:graphicFrameMkLst>
        </pc:graphicFrameChg>
      </pc:sldChg>
      <pc:sldChg chg="addSp delSp modSp add mod addAnim delAnim modAnim">
        <pc:chgData name="Rodrigo Friães" userId="686744df8f37635b" providerId="LiveId" clId="{91494AB5-DFF6-4BF7-9139-6C8A5FC18882}" dt="2026-05-27T23:30:56.991" v="11534" actId="1036"/>
        <pc:sldMkLst>
          <pc:docMk/>
          <pc:sldMk cId="3769571585" sldId="283"/>
        </pc:sldMkLst>
        <pc:spChg chg="mod">
          <ac:chgData name="Rodrigo Friães" userId="686744df8f37635b" providerId="LiveId" clId="{91494AB5-DFF6-4BF7-9139-6C8A5FC18882}" dt="2026-05-25T23:43:08.778" v="7136" actId="20577"/>
          <ac:spMkLst>
            <pc:docMk/>
            <pc:sldMk cId="3769571585" sldId="283"/>
            <ac:spMk id="5" creationId="{E3C6E46D-3C5F-B750-1FCF-05E5C4664C71}"/>
          </ac:spMkLst>
        </pc:spChg>
        <pc:spChg chg="add mod">
          <ac:chgData name="Rodrigo Friães" userId="686744df8f37635b" providerId="LiveId" clId="{91494AB5-DFF6-4BF7-9139-6C8A5FC18882}" dt="2026-05-26T03:42:35.987" v="8520" actId="20577"/>
          <ac:spMkLst>
            <pc:docMk/>
            <pc:sldMk cId="3769571585" sldId="283"/>
            <ac:spMk id="20" creationId="{A8021D0C-67A2-F19E-7B4B-5F822318DB4B}"/>
          </ac:spMkLst>
        </pc:spChg>
        <pc:spChg chg="add mod">
          <ac:chgData name="Rodrigo Friães" userId="686744df8f37635b" providerId="LiveId" clId="{91494AB5-DFF6-4BF7-9139-6C8A5FC18882}" dt="2026-05-27T23:30:56.991" v="11534" actId="1036"/>
          <ac:spMkLst>
            <pc:docMk/>
            <pc:sldMk cId="3769571585" sldId="283"/>
            <ac:spMk id="21" creationId="{60951EBA-A88D-FB0B-B73F-200D0B8839D7}"/>
          </ac:spMkLst>
        </pc:spChg>
        <pc:spChg chg="add mod">
          <ac:chgData name="Rodrigo Friães" userId="686744df8f37635b" providerId="LiveId" clId="{91494AB5-DFF6-4BF7-9139-6C8A5FC18882}" dt="2026-05-27T14:35:01.468" v="10070" actId="1076"/>
          <ac:spMkLst>
            <pc:docMk/>
            <pc:sldMk cId="3769571585" sldId="283"/>
            <ac:spMk id="22" creationId="{31EC20E0-8630-3338-4D4B-C434B2118864}"/>
          </ac:spMkLst>
        </pc:spChg>
        <pc:spChg chg="add mod">
          <ac:chgData name="Rodrigo Friães" userId="686744df8f37635b" providerId="LiveId" clId="{91494AB5-DFF6-4BF7-9139-6C8A5FC18882}" dt="2026-05-27T14:35:20.230" v="10072" actId="1076"/>
          <ac:spMkLst>
            <pc:docMk/>
            <pc:sldMk cId="3769571585" sldId="283"/>
            <ac:spMk id="25" creationId="{D68E8AF5-8960-AFEA-55F3-F0D1A769799B}"/>
          </ac:spMkLst>
        </pc:spChg>
        <pc:spChg chg="add mod">
          <ac:chgData name="Rodrigo Friães" userId="686744df8f37635b" providerId="LiveId" clId="{91494AB5-DFF6-4BF7-9139-6C8A5FC18882}" dt="2026-05-27T14:35:37.749" v="10074" actId="1076"/>
          <ac:spMkLst>
            <pc:docMk/>
            <pc:sldMk cId="3769571585" sldId="283"/>
            <ac:spMk id="26" creationId="{9F26C8B3-30B0-4986-F871-22DD6DD46F05}"/>
          </ac:spMkLst>
        </pc:spChg>
        <pc:spChg chg="add mod">
          <ac:chgData name="Rodrigo Friães" userId="686744df8f37635b" providerId="LiveId" clId="{91494AB5-DFF6-4BF7-9139-6C8A5FC18882}" dt="2026-05-27T14:39:52.145" v="10088" actId="20577"/>
          <ac:spMkLst>
            <pc:docMk/>
            <pc:sldMk cId="3769571585" sldId="283"/>
            <ac:spMk id="27" creationId="{E3CF686C-57E6-7969-6A3F-6A3A4EF0A76B}"/>
          </ac:spMkLst>
        </pc:spChg>
        <pc:spChg chg="add mod">
          <ac:chgData name="Rodrigo Friães" userId="686744df8f37635b" providerId="LiveId" clId="{91494AB5-DFF6-4BF7-9139-6C8A5FC18882}" dt="2026-05-27T14:41:10.048" v="10096" actId="20577"/>
          <ac:spMkLst>
            <pc:docMk/>
            <pc:sldMk cId="3769571585" sldId="283"/>
            <ac:spMk id="29" creationId="{EDD13F55-195A-E931-2A59-4E02CED0AE5B}"/>
          </ac:spMkLst>
        </pc:spChg>
        <pc:spChg chg="add mod">
          <ac:chgData name="Rodrigo Friães" userId="686744df8f37635b" providerId="LiveId" clId="{91494AB5-DFF6-4BF7-9139-6C8A5FC18882}" dt="2026-05-27T14:40:26.012" v="10092" actId="20577"/>
          <ac:spMkLst>
            <pc:docMk/>
            <pc:sldMk cId="3769571585" sldId="283"/>
            <ac:spMk id="30" creationId="{DF3D265E-BAA1-2B39-D7EE-1F14DC63CE5E}"/>
          </ac:spMkLst>
        </pc:spChg>
      </pc:sldChg>
      <pc:sldChg chg="addSp delSp modSp add mod ord setBg addAnim delAnim modAnim">
        <pc:chgData name="Rodrigo Friães" userId="686744df8f37635b" providerId="LiveId" clId="{91494AB5-DFF6-4BF7-9139-6C8A5FC18882}" dt="2026-05-27T23:35:08.933" v="11561" actId="20577"/>
        <pc:sldMkLst>
          <pc:docMk/>
          <pc:sldMk cId="0" sldId="284"/>
        </pc:sldMkLst>
        <pc:spChg chg="mod">
          <ac:chgData name="Rodrigo Friães" userId="686744df8f37635b" providerId="LiveId" clId="{91494AB5-DFF6-4BF7-9139-6C8A5FC18882}" dt="2026-05-25T23:44:49.981" v="7146" actId="403"/>
          <ac:spMkLst>
            <pc:docMk/>
            <pc:sldMk cId="0" sldId="284"/>
            <ac:spMk id="3" creationId="{00000000-0000-0000-0000-000000000000}"/>
          </ac:spMkLst>
        </pc:spChg>
        <pc:spChg chg="add mod ord">
          <ac:chgData name="Rodrigo Friães" userId="686744df8f37635b" providerId="LiveId" clId="{91494AB5-DFF6-4BF7-9139-6C8A5FC18882}" dt="2026-05-27T13:18:53.411" v="8825" actId="14100"/>
          <ac:spMkLst>
            <pc:docMk/>
            <pc:sldMk cId="0" sldId="284"/>
            <ac:spMk id="6" creationId="{B70AA478-DA57-2C16-165F-3F8B560BCAEA}"/>
          </ac:spMkLst>
        </pc:spChg>
        <pc:spChg chg="add mod ord">
          <ac:chgData name="Rodrigo Friães" userId="686744df8f37635b" providerId="LiveId" clId="{91494AB5-DFF6-4BF7-9139-6C8A5FC18882}" dt="2026-05-27T13:15:22.917" v="8739" actId="171"/>
          <ac:spMkLst>
            <pc:docMk/>
            <pc:sldMk cId="0" sldId="284"/>
            <ac:spMk id="7" creationId="{470DD9D0-8BA4-A060-9809-06521F9D3A9B}"/>
          </ac:spMkLst>
        </pc:spChg>
        <pc:spChg chg="add mod ord">
          <ac:chgData name="Rodrigo Friães" userId="686744df8f37635b" providerId="LiveId" clId="{91494AB5-DFF6-4BF7-9139-6C8A5FC18882}" dt="2026-05-27T13:22:54.428" v="8858" actId="14100"/>
          <ac:spMkLst>
            <pc:docMk/>
            <pc:sldMk cId="0" sldId="284"/>
            <ac:spMk id="8" creationId="{9E710700-A67F-F266-BD0D-D1E2F9B56619}"/>
          </ac:spMkLst>
        </pc:spChg>
        <pc:spChg chg="add mod">
          <ac:chgData name="Rodrigo Friães" userId="686744df8f37635b" providerId="LiveId" clId="{91494AB5-DFF6-4BF7-9139-6C8A5FC18882}" dt="2026-05-26T03:42:41.879" v="8522" actId="20577"/>
          <ac:spMkLst>
            <pc:docMk/>
            <pc:sldMk cId="0" sldId="284"/>
            <ac:spMk id="9" creationId="{E5B85B4B-B737-DC5C-74BE-35F8B7366820}"/>
          </ac:spMkLst>
        </pc:spChg>
        <pc:spChg chg="mod">
          <ac:chgData name="Rodrigo Friães" userId="686744df8f37635b" providerId="LiveId" clId="{91494AB5-DFF6-4BF7-9139-6C8A5FC18882}" dt="2026-05-25T23:22:26.554" v="6974" actId="14100"/>
          <ac:spMkLst>
            <pc:docMk/>
            <pc:sldMk cId="0" sldId="284"/>
            <ac:spMk id="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3:22:26.554" v="6974" actId="14100"/>
          <ac:spMkLst>
            <pc:docMk/>
            <pc:sldMk cId="0" sldId="284"/>
            <ac:spMk id="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3:22:26.554" v="6974" actId="14100"/>
          <ac:spMkLst>
            <pc:docMk/>
            <pc:sldMk cId="0" sldId="284"/>
            <ac:spMk id="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5:08.933" v="11561" actId="20577"/>
          <ac:spMkLst>
            <pc:docMk/>
            <pc:sldMk cId="0" sldId="284"/>
            <ac:spMk id="13" creationId="{00000000-0000-0000-0000-000000000000}"/>
          </ac:spMkLst>
        </pc:spChg>
        <pc:spChg chg="add mod ord">
          <ac:chgData name="Rodrigo Friães" userId="686744df8f37635b" providerId="LiveId" clId="{91494AB5-DFF6-4BF7-9139-6C8A5FC18882}" dt="2026-05-27T13:21:20.541" v="8843" actId="171"/>
          <ac:spMkLst>
            <pc:docMk/>
            <pc:sldMk cId="0" sldId="284"/>
            <ac:spMk id="14" creationId="{8653B558-FA9B-1997-B45B-11BFCCE99676}"/>
          </ac:spMkLst>
        </pc:spChg>
        <pc:spChg chg="add mod">
          <ac:chgData name="Rodrigo Friães" userId="686744df8f37635b" providerId="LiveId" clId="{91494AB5-DFF6-4BF7-9139-6C8A5FC18882}" dt="2026-05-25T23:44:31.127" v="7145"/>
          <ac:spMkLst>
            <pc:docMk/>
            <pc:sldMk cId="0" sldId="284"/>
            <ac:spMk id="15" creationId="{A230E392-716A-234D-C95B-44F3A763ABAE}"/>
          </ac:spMkLst>
        </pc:spChg>
        <pc:spChg chg="add mod">
          <ac:chgData name="Rodrigo Friães" userId="686744df8f37635b" providerId="LiveId" clId="{91494AB5-DFF6-4BF7-9139-6C8A5FC18882}" dt="2026-05-27T13:25:16.160" v="9010" actId="1076"/>
          <ac:spMkLst>
            <pc:docMk/>
            <pc:sldMk cId="0" sldId="284"/>
            <ac:spMk id="16" creationId="{8E9C4100-4068-D895-5B46-061F781808E5}"/>
          </ac:spMkLst>
        </pc:spChg>
        <pc:picChg chg="add mod">
          <ac:chgData name="Rodrigo Friães" userId="686744df8f37635b" providerId="LiveId" clId="{91494AB5-DFF6-4BF7-9139-6C8A5FC18882}" dt="2026-05-27T13:10:59.636" v="8707" actId="14100"/>
          <ac:picMkLst>
            <pc:docMk/>
            <pc:sldMk cId="0" sldId="284"/>
            <ac:picMk id="4" creationId="{034ACA20-DCEF-46F5-FC97-B6B939D61052}"/>
          </ac:picMkLst>
        </pc:picChg>
        <pc:picChg chg="add mod">
          <ac:chgData name="Rodrigo Friães" userId="686744df8f37635b" providerId="LiveId" clId="{91494AB5-DFF6-4BF7-9139-6C8A5FC18882}" dt="2026-05-27T13:11:34.921" v="8711" actId="1076"/>
          <ac:picMkLst>
            <pc:docMk/>
            <pc:sldMk cId="0" sldId="284"/>
            <ac:picMk id="5" creationId="{6198C284-0105-B5A5-53EC-B9DC33A63F2A}"/>
          </ac:picMkLst>
        </pc:picChg>
      </pc:sldChg>
      <pc:sldChg chg="addSp delSp modSp add mod setBg">
        <pc:chgData name="Rodrigo Friães" userId="686744df8f37635b" providerId="LiveId" clId="{91494AB5-DFF6-4BF7-9139-6C8A5FC18882}" dt="2026-05-27T23:34:05.452" v="11558" actId="1036"/>
        <pc:sldMkLst>
          <pc:docMk/>
          <pc:sldMk cId="0" sldId="285"/>
        </pc:sldMkLst>
        <pc:spChg chg="mod">
          <ac:chgData name="Rodrigo Friães" userId="686744df8f37635b" providerId="LiveId" clId="{91494AB5-DFF6-4BF7-9139-6C8A5FC18882}" dt="2026-05-27T23:33:39.347" v="11544" actId="1076"/>
          <ac:spMkLst>
            <pc:docMk/>
            <pc:sldMk cId="0" sldId="285"/>
            <ac:spMk id="2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7T23:33:44.797" v="11545"/>
          <ac:spMkLst>
            <pc:docMk/>
            <pc:sldMk cId="0" sldId="285"/>
            <ac:spMk id="4" creationId="{BCC9FBBE-B018-26C8-E564-16D27434C19F}"/>
          </ac:spMkLst>
        </pc:spChg>
        <pc:spChg chg="add 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5" creationId="{F900B0ED-EE30-2226-9BD2-5CD09F7642B3}"/>
          </ac:spMkLst>
        </pc:spChg>
        <pc:spChg chg="add 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6" creationId="{1F765FC4-B86E-9F6B-F071-5E274B92C30E}"/>
          </ac:spMkLst>
        </pc:spChg>
        <pc:spChg chg="add mod">
          <ac:chgData name="Rodrigo Friães" userId="686744df8f37635b" providerId="LiveId" clId="{91494AB5-DFF6-4BF7-9139-6C8A5FC18882}" dt="2026-05-25T22:56:59.574" v="6305" actId="1076"/>
          <ac:spMkLst>
            <pc:docMk/>
            <pc:sldMk cId="0" sldId="285"/>
            <ac:spMk id="7" creationId="{C46A1477-2928-1B52-03C3-50E6A553B957}"/>
          </ac:spMkLst>
        </pc:spChg>
        <pc:spChg chg="add mod">
          <ac:chgData name="Rodrigo Friães" userId="686744df8f37635b" providerId="LiveId" clId="{91494AB5-DFF6-4BF7-9139-6C8A5FC18882}" dt="2026-05-25T22:55:18.975" v="6297" actId="1076"/>
          <ac:spMkLst>
            <pc:docMk/>
            <pc:sldMk cId="0" sldId="285"/>
            <ac:spMk id="8" creationId="{66265215-9B69-A36F-5B4D-F6F3AAA6CB24}"/>
          </ac:spMkLst>
        </pc:spChg>
        <pc:spChg chg="add mod">
          <ac:chgData name="Rodrigo Friães" userId="686744df8f37635b" providerId="LiveId" clId="{91494AB5-DFF6-4BF7-9139-6C8A5FC18882}" dt="2026-05-25T22:55:40.378" v="6299" actId="1076"/>
          <ac:spMkLst>
            <pc:docMk/>
            <pc:sldMk cId="0" sldId="285"/>
            <ac:spMk id="9" creationId="{5AEC0B28-20BD-0C92-B022-C1ED1ABB718B}"/>
          </ac:spMkLst>
        </pc:spChg>
        <pc:spChg chg="mod">
          <ac:chgData name="Rodrigo Friães" userId="686744df8f37635b" providerId="LiveId" clId="{91494AB5-DFF6-4BF7-9139-6C8A5FC18882}" dt="2026-05-27T23:34:00.160" v="11553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7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8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1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2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3:59.545" v="11552" actId="103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4:05.452" v="11558" actId="103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3:59.545" v="11552" actId="1036"/>
          <ac:spMkLst>
            <pc:docMk/>
            <pc:sldMk cId="0" sldId="285"/>
            <ac:spMk id="23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24" creationId="{9167B286-8B80-10A3-98FD-D04E81257BC9}"/>
          </ac:spMkLst>
        </pc:spChg>
        <pc:spChg chg="add mod">
          <ac:chgData name="Rodrigo Friães" userId="686744df8f37635b" providerId="LiveId" clId="{91494AB5-DFF6-4BF7-9139-6C8A5FC18882}" dt="2026-05-25T22:58:43.038" v="6542" actId="1076"/>
          <ac:spMkLst>
            <pc:docMk/>
            <pc:sldMk cId="0" sldId="285"/>
            <ac:spMk id="25" creationId="{9A2B5019-4BDB-AB76-1612-B6AA28130002}"/>
          </ac:spMkLst>
        </pc:spChg>
        <pc:spChg chg="add mod">
          <ac:chgData name="Rodrigo Friães" userId="686744df8f37635b" providerId="LiveId" clId="{91494AB5-DFF6-4BF7-9139-6C8A5FC18882}" dt="2026-05-25T22:59:18.528" v="6546" actId="1076"/>
          <ac:spMkLst>
            <pc:docMk/>
            <pc:sldMk cId="0" sldId="285"/>
            <ac:spMk id="26" creationId="{5C57998E-7F52-2824-D6B8-072720938F8A}"/>
          </ac:spMkLst>
        </pc:spChg>
        <pc:spChg chg="add mod">
          <ac:chgData name="Rodrigo Friães" userId="686744df8f37635b" providerId="LiveId" clId="{91494AB5-DFF6-4BF7-9139-6C8A5FC18882}" dt="2026-05-25T22:59:36.918" v="6549" actId="1076"/>
          <ac:spMkLst>
            <pc:docMk/>
            <pc:sldMk cId="0" sldId="285"/>
            <ac:spMk id="27" creationId="{640F9D63-9582-48C9-9446-820A283ABFF9}"/>
          </ac:spMkLst>
        </pc:spChg>
        <pc:spChg chg="add mod">
          <ac:chgData name="Rodrigo Friães" userId="686744df8f37635b" providerId="LiveId" clId="{91494AB5-DFF6-4BF7-9139-6C8A5FC18882}" dt="2026-05-25T23:00:14.763" v="6551" actId="1076"/>
          <ac:spMkLst>
            <pc:docMk/>
            <pc:sldMk cId="0" sldId="285"/>
            <ac:spMk id="28" creationId="{ED80FBEA-F4EA-AE33-944B-CC9C3216D013}"/>
          </ac:spMkLst>
        </pc:spChg>
        <pc:spChg chg="add 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29" creationId="{80538793-AAFE-ACDA-BE85-20BC5481E8CD}"/>
          </ac:spMkLst>
        </pc:spChg>
        <pc:spChg chg="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31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5T23:01:09.155" v="6561" actId="1076"/>
          <ac:spMkLst>
            <pc:docMk/>
            <pc:sldMk cId="0" sldId="285"/>
            <ac:spMk id="32" creationId="{99DAFA97-7B26-1615-16F6-B8A1EA8F5B44}"/>
          </ac:spMkLst>
        </pc:spChg>
        <pc:spChg chg="add 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33" creationId="{93067144-325B-C7C3-A7E1-0D3B329E9A99}"/>
          </ac:spMkLst>
        </pc:spChg>
        <pc:spChg chg="add mod">
          <ac:chgData name="Rodrigo Friães" userId="686744df8f37635b" providerId="LiveId" clId="{91494AB5-DFF6-4BF7-9139-6C8A5FC18882}" dt="2026-05-25T23:02:03.889" v="6566" actId="1076"/>
          <ac:spMkLst>
            <pc:docMk/>
            <pc:sldMk cId="0" sldId="285"/>
            <ac:spMk id="34" creationId="{9C88CE82-7D7A-D3EE-7EF0-556E08CA9995}"/>
          </ac:spMkLst>
        </pc:spChg>
        <pc:spChg chg="add mod">
          <ac:chgData name="Rodrigo Friães" userId="686744df8f37635b" providerId="LiveId" clId="{91494AB5-DFF6-4BF7-9139-6C8A5FC18882}" dt="2026-05-26T03:42:57.058" v="8528" actId="20577"/>
          <ac:spMkLst>
            <pc:docMk/>
            <pc:sldMk cId="0" sldId="285"/>
            <ac:spMk id="36" creationId="{A6D1257C-4603-5F66-0455-A6CB73672E96}"/>
          </ac:spMkLst>
        </pc:spChg>
        <pc:spChg chg="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2:57:34.864" v="6381" actId="20577"/>
          <ac:spMkLst>
            <pc:docMk/>
            <pc:sldMk cId="0" sldId="285"/>
            <ac:spMk id="4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4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5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5T22:57:47.374" v="6387" actId="20577"/>
          <ac:spMkLst>
            <pc:docMk/>
            <pc:sldMk cId="0" sldId="285"/>
            <ac:spMk id="6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23:33:34.443" v="11542" actId="1036"/>
          <ac:spMkLst>
            <pc:docMk/>
            <pc:sldMk cId="0" sldId="285"/>
            <ac:spMk id="61" creationId="{00000000-0000-0000-0000-000000000000}"/>
          </ac:spMkLst>
        </pc:spChg>
      </pc:sldChg>
      <pc:sldChg chg="modSp add mod setBg">
        <pc:chgData name="Rodrigo Friães" userId="686744df8f37635b" providerId="LiveId" clId="{91494AB5-DFF6-4BF7-9139-6C8A5FC18882}" dt="2026-05-26T03:42:52.254" v="8526" actId="20577"/>
        <pc:sldMkLst>
          <pc:docMk/>
          <pc:sldMk cId="649848549" sldId="287"/>
        </pc:sldMkLst>
        <pc:spChg chg="mod">
          <ac:chgData name="Rodrigo Friães" userId="686744df8f37635b" providerId="LiveId" clId="{91494AB5-DFF6-4BF7-9139-6C8A5FC18882}" dt="2026-05-26T03:42:52.254" v="8526" actId="20577"/>
          <ac:spMkLst>
            <pc:docMk/>
            <pc:sldMk cId="649848549" sldId="287"/>
            <ac:spMk id="264" creationId="{B3FE448F-4D40-5E43-C029-1DED1083239C}"/>
          </ac:spMkLst>
        </pc:spChg>
        <pc:spChg chg="mod">
          <ac:chgData name="Rodrigo Friães" userId="686744df8f37635b" providerId="LiveId" clId="{91494AB5-DFF6-4BF7-9139-6C8A5FC18882}" dt="2026-05-25T23:24:59.222" v="7009" actId="20577"/>
          <ac:spMkLst>
            <pc:docMk/>
            <pc:sldMk cId="649848549" sldId="287"/>
            <ac:spMk id="267" creationId="{75B70A27-7E5E-4AF4-C1E2-6069EB465468}"/>
          </ac:spMkLst>
        </pc:spChg>
      </pc:sldChg>
      <pc:sldChg chg="modSp add mod ord setBg">
        <pc:chgData name="Rodrigo Friães" userId="686744df8f37635b" providerId="LiveId" clId="{91494AB5-DFF6-4BF7-9139-6C8A5FC18882}" dt="2026-05-26T03:43:01.491" v="8530" actId="20577"/>
        <pc:sldMkLst>
          <pc:docMk/>
          <pc:sldMk cId="2665175219" sldId="289"/>
        </pc:sldMkLst>
        <pc:spChg chg="mod">
          <ac:chgData name="Rodrigo Friães" userId="686744df8f37635b" providerId="LiveId" clId="{91494AB5-DFF6-4BF7-9139-6C8A5FC18882}" dt="2026-05-26T03:43:01.491" v="8530" actId="20577"/>
          <ac:spMkLst>
            <pc:docMk/>
            <pc:sldMk cId="2665175219" sldId="289"/>
            <ac:spMk id="3" creationId="{E9AE763C-6844-0261-988A-7A225F067F31}"/>
          </ac:spMkLst>
        </pc:spChg>
      </pc:sldChg>
      <pc:sldChg chg="addSp delSp modSp add mod ord">
        <pc:chgData name="Rodrigo Friães" userId="686744df8f37635b" providerId="LiveId" clId="{91494AB5-DFF6-4BF7-9139-6C8A5FC18882}" dt="2026-05-27T23:50:23.479" v="11753" actId="1076"/>
        <pc:sldMkLst>
          <pc:docMk/>
          <pc:sldMk cId="1637114104" sldId="292"/>
        </pc:sldMkLst>
        <pc:spChg chg="mod">
          <ac:chgData name="Rodrigo Friães" userId="686744df8f37635b" providerId="LiveId" clId="{91494AB5-DFF6-4BF7-9139-6C8A5FC18882}" dt="2026-05-26T02:01:26.554" v="7679" actId="20577"/>
          <ac:spMkLst>
            <pc:docMk/>
            <pc:sldMk cId="1637114104" sldId="292"/>
            <ac:spMk id="3" creationId="{59EDD528-4BEA-EA8C-D1DE-D152D48E2CFF}"/>
          </ac:spMkLst>
        </pc:spChg>
        <pc:spChg chg="mod">
          <ac:chgData name="Rodrigo Friães" userId="686744df8f37635b" providerId="LiveId" clId="{91494AB5-DFF6-4BF7-9139-6C8A5FC18882}" dt="2026-05-26T03:43:11.795" v="8534" actId="20577"/>
          <ac:spMkLst>
            <pc:docMk/>
            <pc:sldMk cId="1637114104" sldId="292"/>
            <ac:spMk id="9" creationId="{0B93EFC5-4070-EFD7-D23B-4F033666EC48}"/>
          </ac:spMkLst>
        </pc:spChg>
        <pc:spChg chg="mod">
          <ac:chgData name="Rodrigo Friães" userId="686744df8f37635b" providerId="LiveId" clId="{91494AB5-DFF6-4BF7-9139-6C8A5FC18882}" dt="2026-05-26T02:18:58.379" v="7799" actId="1076"/>
          <ac:spMkLst>
            <pc:docMk/>
            <pc:sldMk cId="1637114104" sldId="292"/>
            <ac:spMk id="12" creationId="{AF97A82C-5E0C-771A-1673-0E88BED0E07B}"/>
          </ac:spMkLst>
        </pc:spChg>
        <pc:spChg chg="mod">
          <ac:chgData name="Rodrigo Friães" userId="686744df8f37635b" providerId="LiveId" clId="{91494AB5-DFF6-4BF7-9139-6C8A5FC18882}" dt="2026-05-26T02:37:26.215" v="8020" actId="1076"/>
          <ac:spMkLst>
            <pc:docMk/>
            <pc:sldMk cId="1637114104" sldId="292"/>
            <ac:spMk id="13" creationId="{0ADE158B-644E-63C2-601B-375C41B02578}"/>
          </ac:spMkLst>
        </pc:spChg>
        <pc:spChg chg="add mod">
          <ac:chgData name="Rodrigo Friães" userId="686744df8f37635b" providerId="LiveId" clId="{91494AB5-DFF6-4BF7-9139-6C8A5FC18882}" dt="2026-05-27T23:50:14.344" v="11752" actId="1076"/>
          <ac:spMkLst>
            <pc:docMk/>
            <pc:sldMk cId="1637114104" sldId="292"/>
            <ac:spMk id="17" creationId="{E40B97B3-26B0-1085-4500-C272D946FDA2}"/>
          </ac:spMkLst>
        </pc:spChg>
        <pc:spChg chg="add del mod">
          <ac:chgData name="Rodrigo Friães" userId="686744df8f37635b" providerId="LiveId" clId="{91494AB5-DFF6-4BF7-9139-6C8A5FC18882}" dt="2026-05-27T23:50:23.479" v="11753" actId="1076"/>
          <ac:spMkLst>
            <pc:docMk/>
            <pc:sldMk cId="1637114104" sldId="292"/>
            <ac:spMk id="18" creationId="{0831E822-521F-BF2A-1C23-E142E1A53354}"/>
          </ac:spMkLst>
        </pc:spChg>
        <pc:spChg chg="add del mod">
          <ac:chgData name="Rodrigo Friães" userId="686744df8f37635b" providerId="LiveId" clId="{91494AB5-DFF6-4BF7-9139-6C8A5FC18882}" dt="2026-05-27T23:50:23.479" v="11753" actId="1076"/>
          <ac:spMkLst>
            <pc:docMk/>
            <pc:sldMk cId="1637114104" sldId="292"/>
            <ac:spMk id="19" creationId="{D546F9B1-8D1E-928E-C9AD-EB6D0EC45E95}"/>
          </ac:spMkLst>
        </pc:spChg>
        <pc:spChg chg="mod">
          <ac:chgData name="Rodrigo Friães" userId="686744df8f37635b" providerId="LiveId" clId="{91494AB5-DFF6-4BF7-9139-6C8A5FC18882}" dt="2026-05-27T23:50:14.344" v="11752" actId="1076"/>
          <ac:spMkLst>
            <pc:docMk/>
            <pc:sldMk cId="1637114104" sldId="292"/>
            <ac:spMk id="20" creationId="{8003A148-B26B-0BFD-1108-4E879D7F7C04}"/>
          </ac:spMkLst>
        </pc:spChg>
        <pc:spChg chg="mod">
          <ac:chgData name="Rodrigo Friães" userId="686744df8f37635b" providerId="LiveId" clId="{91494AB5-DFF6-4BF7-9139-6C8A5FC18882}" dt="2026-05-27T23:50:14.344" v="11752" actId="1076"/>
          <ac:spMkLst>
            <pc:docMk/>
            <pc:sldMk cId="1637114104" sldId="292"/>
            <ac:spMk id="21" creationId="{D396B035-2BC8-B629-643C-61A2A5A2BB71}"/>
          </ac:spMkLst>
        </pc:spChg>
        <pc:spChg chg="mod">
          <ac:chgData name="Rodrigo Friães" userId="686744df8f37635b" providerId="LiveId" clId="{91494AB5-DFF6-4BF7-9139-6C8A5FC18882}" dt="2026-05-27T23:50:14.344" v="11752" actId="1076"/>
          <ac:spMkLst>
            <pc:docMk/>
            <pc:sldMk cId="1637114104" sldId="292"/>
            <ac:spMk id="22" creationId="{14BE0D3B-5DA3-EE44-8ED4-1D1AAAA224FD}"/>
          </ac:spMkLst>
        </pc:spChg>
        <pc:spChg chg="mod">
          <ac:chgData name="Rodrigo Friães" userId="686744df8f37635b" providerId="LiveId" clId="{91494AB5-DFF6-4BF7-9139-6C8A5FC18882}" dt="2026-05-26T02:21:53.298" v="7812" actId="20577"/>
          <ac:spMkLst>
            <pc:docMk/>
            <pc:sldMk cId="1637114104" sldId="292"/>
            <ac:spMk id="23" creationId="{1299E369-B8F4-4690-8FAF-4629CC7E4A06}"/>
          </ac:spMkLst>
        </pc:spChg>
        <pc:spChg chg="add del mod">
          <ac:chgData name="Rodrigo Friães" userId="686744df8f37635b" providerId="LiveId" clId="{91494AB5-DFF6-4BF7-9139-6C8A5FC18882}" dt="2026-05-27T23:50:23.479" v="11753" actId="1076"/>
          <ac:spMkLst>
            <pc:docMk/>
            <pc:sldMk cId="1637114104" sldId="292"/>
            <ac:spMk id="24" creationId="{35506483-43AF-D1DE-97E8-C55DC20266A1}"/>
          </ac:spMkLst>
        </pc:spChg>
        <pc:spChg chg="add del mod">
          <ac:chgData name="Rodrigo Friães" userId="686744df8f37635b" providerId="LiveId" clId="{91494AB5-DFF6-4BF7-9139-6C8A5FC18882}" dt="2026-05-27T23:50:23.479" v="11753" actId="1076"/>
          <ac:spMkLst>
            <pc:docMk/>
            <pc:sldMk cId="1637114104" sldId="292"/>
            <ac:spMk id="26" creationId="{B7AA6CA1-5004-15DC-B6F4-C14A7DDC7B53}"/>
          </ac:spMkLst>
        </pc:spChg>
        <pc:graphicFrameChg chg="add mod modGraphic">
          <ac:chgData name="Rodrigo Friães" userId="686744df8f37635b" providerId="LiveId" clId="{91494AB5-DFF6-4BF7-9139-6C8A5FC18882}" dt="2026-05-26T02:20:40.776" v="7810" actId="1076"/>
          <ac:graphicFrameMkLst>
            <pc:docMk/>
            <pc:sldMk cId="1637114104" sldId="292"/>
            <ac:graphicFrameMk id="8" creationId="{1E559F2C-12C0-C4D3-78E7-A6BF5A955EB2}"/>
          </ac:graphicFrameMkLst>
        </pc:graphicFrameChg>
        <pc:graphicFrameChg chg="add mod modGraphic">
          <ac:chgData name="Rodrigo Friães" userId="686744df8f37635b" providerId="LiveId" clId="{91494AB5-DFF6-4BF7-9139-6C8A5FC18882}" dt="2026-05-27T23:50:14.344" v="11752" actId="1076"/>
          <ac:graphicFrameMkLst>
            <pc:docMk/>
            <pc:sldMk cId="1637114104" sldId="292"/>
            <ac:graphicFrameMk id="16" creationId="{09C418C8-7625-ADD9-A987-F380BC0EDB62}"/>
          </ac:graphicFrameMkLst>
        </pc:graphicFrameChg>
      </pc:sldChg>
      <pc:sldChg chg="addSp delSp modSp add mod ord">
        <pc:chgData name="Rodrigo Friães" userId="686744df8f37635b" providerId="LiveId" clId="{91494AB5-DFF6-4BF7-9139-6C8A5FC18882}" dt="2026-05-27T15:39:59.030" v="10862"/>
        <pc:sldMkLst>
          <pc:docMk/>
          <pc:sldMk cId="1979316415" sldId="293"/>
        </pc:sldMkLst>
        <pc:spChg chg="mod">
          <ac:chgData name="Rodrigo Friães" userId="686744df8f37635b" providerId="LiveId" clId="{91494AB5-DFF6-4BF7-9139-6C8A5FC18882}" dt="2026-05-26T02:39:03.942" v="8032" actId="20577"/>
          <ac:spMkLst>
            <pc:docMk/>
            <pc:sldMk cId="1979316415" sldId="293"/>
            <ac:spMk id="3" creationId="{AA4119A5-39EF-1A63-51AC-5278E82B61CE}"/>
          </ac:spMkLst>
        </pc:spChg>
        <pc:spChg chg="mod">
          <ac:chgData name="Rodrigo Friães" userId="686744df8f37635b" providerId="LiveId" clId="{91494AB5-DFF6-4BF7-9139-6C8A5FC18882}" dt="2026-05-26T10:30:04.625" v="8662" actId="20577"/>
          <ac:spMkLst>
            <pc:docMk/>
            <pc:sldMk cId="1979316415" sldId="293"/>
            <ac:spMk id="9" creationId="{E131D2B6-81BD-7788-5F1A-61E736DC3F7B}"/>
          </ac:spMkLst>
        </pc:spChg>
        <pc:spChg chg="mod">
          <ac:chgData name="Rodrigo Friães" userId="686744df8f37635b" providerId="LiveId" clId="{91494AB5-DFF6-4BF7-9139-6C8A5FC18882}" dt="2026-05-26T02:48:51.651" v="8090" actId="20577"/>
          <ac:spMkLst>
            <pc:docMk/>
            <pc:sldMk cId="1979316415" sldId="293"/>
            <ac:spMk id="12" creationId="{FF53382F-5794-77CB-BCD8-B9276DE72D0E}"/>
          </ac:spMkLst>
        </pc:spChg>
        <pc:spChg chg="mod">
          <ac:chgData name="Rodrigo Friães" userId="686744df8f37635b" providerId="LiveId" clId="{91494AB5-DFF6-4BF7-9139-6C8A5FC18882}" dt="2026-05-26T03:01:26.590" v="8189" actId="20577"/>
          <ac:spMkLst>
            <pc:docMk/>
            <pc:sldMk cId="1979316415" sldId="293"/>
            <ac:spMk id="13" creationId="{899EFF64-5CEE-923B-6118-78AC38ED6702}"/>
          </ac:spMkLst>
        </pc:spChg>
        <pc:spChg chg="mod">
          <ac:chgData name="Rodrigo Friães" userId="686744df8f37635b" providerId="LiveId" clId="{91494AB5-DFF6-4BF7-9139-6C8A5FC18882}" dt="2026-05-26T03:26:17.474" v="8416" actId="1076"/>
          <ac:spMkLst>
            <pc:docMk/>
            <pc:sldMk cId="1979316415" sldId="293"/>
            <ac:spMk id="17" creationId="{5E0ACAF3-05AC-8CFD-F0F8-951F5E517D43}"/>
          </ac:spMkLst>
        </pc:spChg>
        <pc:spChg chg="mod">
          <ac:chgData name="Rodrigo Friães" userId="686744df8f37635b" providerId="LiveId" clId="{91494AB5-DFF6-4BF7-9139-6C8A5FC18882}" dt="2026-05-26T03:04:26.068" v="8195" actId="1076"/>
          <ac:spMkLst>
            <pc:docMk/>
            <pc:sldMk cId="1979316415" sldId="293"/>
            <ac:spMk id="20" creationId="{162EB69C-6B89-120B-0FEA-830D95A4A6BB}"/>
          </ac:spMkLst>
        </pc:spChg>
        <pc:spChg chg="mod">
          <ac:chgData name="Rodrigo Friães" userId="686744df8f37635b" providerId="LiveId" clId="{91494AB5-DFF6-4BF7-9139-6C8A5FC18882}" dt="2026-05-26T03:04:26.068" v="8195" actId="1076"/>
          <ac:spMkLst>
            <pc:docMk/>
            <pc:sldMk cId="1979316415" sldId="293"/>
            <ac:spMk id="21" creationId="{A0C33B15-6C08-6C50-13A1-77F4F7A48AA3}"/>
          </ac:spMkLst>
        </pc:spChg>
        <pc:spChg chg="mod">
          <ac:chgData name="Rodrigo Friães" userId="686744df8f37635b" providerId="LiveId" clId="{91494AB5-DFF6-4BF7-9139-6C8A5FC18882}" dt="2026-05-26T03:04:26.068" v="8195" actId="1076"/>
          <ac:spMkLst>
            <pc:docMk/>
            <pc:sldMk cId="1979316415" sldId="293"/>
            <ac:spMk id="22" creationId="{FCE890F4-5D13-06BE-DDB6-EB08DA64B5B7}"/>
          </ac:spMkLst>
        </pc:spChg>
        <pc:graphicFrameChg chg="add mod modGraphic">
          <ac:chgData name="Rodrigo Friães" userId="686744df8f37635b" providerId="LiveId" clId="{91494AB5-DFF6-4BF7-9139-6C8A5FC18882}" dt="2026-05-26T02:51:36.056" v="8123" actId="20577"/>
          <ac:graphicFrameMkLst>
            <pc:docMk/>
            <pc:sldMk cId="1979316415" sldId="293"/>
            <ac:graphicFrameMk id="4" creationId="{22989004-5A64-02D0-DA6E-AFE7FA6FB27E}"/>
          </ac:graphicFrameMkLst>
        </pc:graphicFrameChg>
        <pc:graphicFrameChg chg="add mod">
          <ac:chgData name="Rodrigo Friães" userId="686744df8f37635b" providerId="LiveId" clId="{91494AB5-DFF6-4BF7-9139-6C8A5FC18882}" dt="2026-05-26T03:24:35.541" v="8405" actId="1076"/>
          <ac:graphicFrameMkLst>
            <pc:docMk/>
            <pc:sldMk cId="1979316415" sldId="293"/>
            <ac:graphicFrameMk id="5" creationId="{36C4CAB4-2D71-E082-41AC-E671B9C9CA5A}"/>
          </ac:graphicFrameMkLst>
        </pc:graphicFrameChg>
      </pc:sldChg>
      <pc:sldChg chg="addSp delSp modSp add mod ord">
        <pc:chgData name="Rodrigo Friães" userId="686744df8f37635b" providerId="LiveId" clId="{91494AB5-DFF6-4BF7-9139-6C8A5FC18882}" dt="2026-05-28T10:48:06.306" v="12055" actId="1038"/>
        <pc:sldMkLst>
          <pc:docMk/>
          <pc:sldMk cId="689878541" sldId="294"/>
        </pc:sldMkLst>
        <pc:spChg chg="mod">
          <ac:chgData name="Rodrigo Friães" userId="686744df8f37635b" providerId="LiveId" clId="{91494AB5-DFF6-4BF7-9139-6C8A5FC18882}" dt="2026-05-26T03:29:06.212" v="8426" actId="20577"/>
          <ac:spMkLst>
            <pc:docMk/>
            <pc:sldMk cId="689878541" sldId="294"/>
            <ac:spMk id="3" creationId="{6851FCA4-F04E-DC13-9179-5D7A1EEED2F7}"/>
          </ac:spMkLst>
        </pc:spChg>
        <pc:spChg chg="mod">
          <ac:chgData name="Rodrigo Friães" userId="686744df8f37635b" providerId="LiveId" clId="{91494AB5-DFF6-4BF7-9139-6C8A5FC18882}" dt="2026-05-26T10:30:10.189" v="8664" actId="20577"/>
          <ac:spMkLst>
            <pc:docMk/>
            <pc:sldMk cId="689878541" sldId="294"/>
            <ac:spMk id="9" creationId="{0C21AD6C-F6CD-0398-9DE2-B1C429F1B4BC}"/>
          </ac:spMkLst>
        </pc:spChg>
        <pc:spChg chg="mod">
          <ac:chgData name="Rodrigo Friães" userId="686744df8f37635b" providerId="LiveId" clId="{91494AB5-DFF6-4BF7-9139-6C8A5FC18882}" dt="2026-05-28T10:48:06.306" v="12055" actId="1038"/>
          <ac:spMkLst>
            <pc:docMk/>
            <pc:sldMk cId="689878541" sldId="294"/>
            <ac:spMk id="10" creationId="{1A0A22ED-2C24-109F-5973-C2B1C2C1BFF5}"/>
          </ac:spMkLst>
        </pc:spChg>
        <pc:spChg chg="mod">
          <ac:chgData name="Rodrigo Friães" userId="686744df8f37635b" providerId="LiveId" clId="{91494AB5-DFF6-4BF7-9139-6C8A5FC18882}" dt="2026-05-28T10:48:06.306" v="12055" actId="1038"/>
          <ac:spMkLst>
            <pc:docMk/>
            <pc:sldMk cId="689878541" sldId="294"/>
            <ac:spMk id="11" creationId="{9983E124-2C94-A88F-4DFB-D26BBCDD8B9D}"/>
          </ac:spMkLst>
        </pc:spChg>
        <pc:spChg chg="mod">
          <ac:chgData name="Rodrigo Friães" userId="686744df8f37635b" providerId="LiveId" clId="{91494AB5-DFF6-4BF7-9139-6C8A5FC18882}" dt="2026-05-28T10:48:06.306" v="12055" actId="1038"/>
          <ac:spMkLst>
            <pc:docMk/>
            <pc:sldMk cId="689878541" sldId="294"/>
            <ac:spMk id="12" creationId="{F4441987-B619-30FC-47AE-F47AD00CABE7}"/>
          </ac:spMkLst>
        </pc:spChg>
        <pc:spChg chg="mod">
          <ac:chgData name="Rodrigo Friães" userId="686744df8f37635b" providerId="LiveId" clId="{91494AB5-DFF6-4BF7-9139-6C8A5FC18882}" dt="2026-05-28T10:48:06.306" v="12055" actId="1038"/>
          <ac:spMkLst>
            <pc:docMk/>
            <pc:sldMk cId="689878541" sldId="294"/>
            <ac:spMk id="13" creationId="{71983CC7-A287-78FD-22A3-49EF7E5A2DD7}"/>
          </ac:spMkLst>
        </pc:spChg>
        <pc:graphicFrameChg chg="mod modGraphic">
          <ac:chgData name="Rodrigo Friães" userId="686744df8f37635b" providerId="LiveId" clId="{91494AB5-DFF6-4BF7-9139-6C8A5FC18882}" dt="2026-05-28T10:48:06.306" v="12055" actId="1038"/>
          <ac:graphicFrameMkLst>
            <pc:docMk/>
            <pc:sldMk cId="689878541" sldId="294"/>
            <ac:graphicFrameMk id="4" creationId="{413EFED0-7E00-AC2D-A865-978AF4158C50}"/>
          </ac:graphicFrameMkLst>
        </pc:graphicFrameChg>
      </pc:sldChg>
      <pc:sldChg chg="addSp delSp modSp add mod setBg modNotes">
        <pc:chgData name="Rodrigo Friães" userId="686744df8f37635b" providerId="LiveId" clId="{91494AB5-DFF6-4BF7-9139-6C8A5FC18882}" dt="2026-05-27T15:59:17.121" v="10995" actId="20577"/>
        <pc:sldMkLst>
          <pc:docMk/>
          <pc:sldMk cId="0" sldId="295"/>
        </pc:sldMkLst>
        <pc:spChg chg="mod">
          <ac:chgData name="Rodrigo Friães" userId="686744df8f37635b" providerId="LiveId" clId="{91494AB5-DFF6-4BF7-9139-6C8A5FC18882}" dt="2026-05-26T10:37:50.871" v="8677" actId="403"/>
          <ac:spMkLst>
            <pc:docMk/>
            <pc:sldMk cId="0" sldId="295"/>
            <ac:spMk id="4" creationId="{00000000-0000-0000-0000-000000000000}"/>
          </ac:spMkLst>
        </pc:spChg>
        <pc:spChg chg="add mod">
          <ac:chgData name="Rodrigo Friães" userId="686744df8f37635b" providerId="LiveId" clId="{91494AB5-DFF6-4BF7-9139-6C8A5FC18882}" dt="2026-05-26T10:37:33.058" v="8676"/>
          <ac:spMkLst>
            <pc:docMk/>
            <pc:sldMk cId="0" sldId="295"/>
            <ac:spMk id="6" creationId="{D635DCF5-7955-C40B-B2FC-257507009D7D}"/>
          </ac:spMkLst>
        </pc:spChg>
        <pc:spChg chg="mod">
          <ac:chgData name="Rodrigo Friães" userId="686744df8f37635b" providerId="LiveId" clId="{91494AB5-DFF6-4BF7-9139-6C8A5FC18882}" dt="2026-05-27T15:41:27.407" v="10872" actId="1036"/>
          <ac:spMkLst>
            <pc:docMk/>
            <pc:sldMk cId="0" sldId="295"/>
            <ac:spMk id="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2:02.011" v="9486" actId="1076"/>
          <ac:spMkLst>
            <pc:docMk/>
            <pc:sldMk cId="0" sldId="295"/>
            <ac:spMk id="1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2:02.011" v="9486" actId="1076"/>
          <ac:spMkLst>
            <pc:docMk/>
            <pc:sldMk cId="0" sldId="295"/>
            <ac:spMk id="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4:59.875" v="9612" actId="403"/>
          <ac:spMkLst>
            <pc:docMk/>
            <pc:sldMk cId="0" sldId="295"/>
            <ac:spMk id="13" creationId="{00000000-0000-0000-0000-000000000000}"/>
          </ac:spMkLst>
        </pc:spChg>
        <pc:spChg chg="mod ord">
          <ac:chgData name="Rodrigo Friães" userId="686744df8f37635b" providerId="LiveId" clId="{91494AB5-DFF6-4BF7-9139-6C8A5FC18882}" dt="2026-05-27T14:04:15.048" v="9556" actId="167"/>
          <ac:spMkLst>
            <pc:docMk/>
            <pc:sldMk cId="0" sldId="295"/>
            <ac:spMk id="1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5:41:27.407" v="10872" actId="1036"/>
          <ac:spMkLst>
            <pc:docMk/>
            <pc:sldMk cId="0" sldId="295"/>
            <ac:spMk id="2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3:03.073" v="9515" actId="1038"/>
          <ac:spMkLst>
            <pc:docMk/>
            <pc:sldMk cId="0" sldId="295"/>
            <ac:spMk id="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3:03.073" v="9515" actId="1038"/>
          <ac:spMkLst>
            <pc:docMk/>
            <pc:sldMk cId="0" sldId="295"/>
            <ac:spMk id="2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5:04.097" v="9615" actId="403"/>
          <ac:spMkLst>
            <pc:docMk/>
            <pc:sldMk cId="0" sldId="295"/>
            <ac:spMk id="23" creationId="{00000000-0000-0000-0000-000000000000}"/>
          </ac:spMkLst>
        </pc:spChg>
        <pc:spChg chg="mod ord">
          <ac:chgData name="Rodrigo Friães" userId="686744df8f37635b" providerId="LiveId" clId="{91494AB5-DFF6-4BF7-9139-6C8A5FC18882}" dt="2026-05-27T14:04:20.807" v="9569" actId="167"/>
          <ac:spMkLst>
            <pc:docMk/>
            <pc:sldMk cId="0" sldId="295"/>
            <ac:spMk id="2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5:41:27.407" v="10872" actId="1036"/>
          <ac:spMkLst>
            <pc:docMk/>
            <pc:sldMk cId="0" sldId="295"/>
            <ac:spMk id="3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2:57.903" v="9508" actId="1038"/>
          <ac:spMkLst>
            <pc:docMk/>
            <pc:sldMk cId="0" sldId="295"/>
            <ac:spMk id="3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3:08.623" v="9516" actId="14100"/>
          <ac:spMkLst>
            <pc:docMk/>
            <pc:sldMk cId="0" sldId="295"/>
            <ac:spMk id="3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5:08.197" v="9618" actId="403"/>
          <ac:spMkLst>
            <pc:docMk/>
            <pc:sldMk cId="0" sldId="295"/>
            <ac:spMk id="33" creationId="{00000000-0000-0000-0000-000000000000}"/>
          </ac:spMkLst>
        </pc:spChg>
        <pc:spChg chg="mod ord">
          <ac:chgData name="Rodrigo Friães" userId="686744df8f37635b" providerId="LiveId" clId="{91494AB5-DFF6-4BF7-9139-6C8A5FC18882}" dt="2026-05-27T14:04:35.234" v="9597" actId="167"/>
          <ac:spMkLst>
            <pc:docMk/>
            <pc:sldMk cId="0" sldId="295"/>
            <ac:spMk id="39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5:41:27.407" v="10872" actId="1036"/>
          <ac:spMkLst>
            <pc:docMk/>
            <pc:sldMk cId="0" sldId="295"/>
            <ac:spMk id="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2:51.758" v="9500" actId="1038"/>
          <ac:spMkLst>
            <pc:docMk/>
            <pc:sldMk cId="0" sldId="295"/>
            <ac:spMk id="4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4:02:51.758" v="9500" actId="1038"/>
          <ac:spMkLst>
            <pc:docMk/>
            <pc:sldMk cId="0" sldId="295"/>
            <ac:spMk id="4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7T15:59:17.121" v="10995" actId="20577"/>
          <ac:spMkLst>
            <pc:docMk/>
            <pc:sldMk cId="0" sldId="295"/>
            <ac:spMk id="43" creationId="{00000000-0000-0000-0000-000000000000}"/>
          </ac:spMkLst>
        </pc:spChg>
      </pc:sldChg>
      <pc:sldChg chg="addSp delSp modSp add mod ord addAnim delAnim modAnim">
        <pc:chgData name="Rodrigo Friães" userId="686744df8f37635b" providerId="LiveId" clId="{91494AB5-DFF6-4BF7-9139-6C8A5FC18882}" dt="2026-05-27T15:39:18.006" v="10858" actId="1036"/>
        <pc:sldMkLst>
          <pc:docMk/>
          <pc:sldMk cId="3770122238" sldId="296"/>
        </pc:sldMkLst>
        <pc:spChg chg="add mod">
          <ac:chgData name="Rodrigo Friães" userId="686744df8f37635b" providerId="LiveId" clId="{91494AB5-DFF6-4BF7-9139-6C8A5FC18882}" dt="2026-05-27T15:20:23.380" v="10632" actId="1036"/>
          <ac:spMkLst>
            <pc:docMk/>
            <pc:sldMk cId="3770122238" sldId="296"/>
            <ac:spMk id="4" creationId="{57FC6C84-E4D8-0A90-EA1B-46423C8BA28C}"/>
          </ac:spMkLst>
        </pc:spChg>
        <pc:spChg chg="add mod">
          <ac:chgData name="Rodrigo Friães" userId="686744df8f37635b" providerId="LiveId" clId="{91494AB5-DFF6-4BF7-9139-6C8A5FC18882}" dt="2026-05-27T15:34:19.498" v="10754"/>
          <ac:spMkLst>
            <pc:docMk/>
            <pc:sldMk cId="3770122238" sldId="296"/>
            <ac:spMk id="5" creationId="{D589170A-F5CD-228B-50D4-61BA861BFC12}"/>
          </ac:spMkLst>
        </pc:spChg>
        <pc:spChg chg="add mod">
          <ac:chgData name="Rodrigo Friães" userId="686744df8f37635b" providerId="LiveId" clId="{91494AB5-DFF6-4BF7-9139-6C8A5FC18882}" dt="2026-05-27T15:30:41.096" v="10725" actId="20577"/>
          <ac:spMkLst>
            <pc:docMk/>
            <pc:sldMk cId="3770122238" sldId="296"/>
            <ac:spMk id="6" creationId="{297719D1-6F79-AAEF-3D44-DC3E9F3CE576}"/>
          </ac:spMkLst>
        </pc:spChg>
        <pc:spChg chg="add mod">
          <ac:chgData name="Rodrigo Friães" userId="686744df8f37635b" providerId="LiveId" clId="{91494AB5-DFF6-4BF7-9139-6C8A5FC18882}" dt="2026-05-27T15:31:33.490" v="10741" actId="1036"/>
          <ac:spMkLst>
            <pc:docMk/>
            <pc:sldMk cId="3770122238" sldId="296"/>
            <ac:spMk id="17" creationId="{9920C76F-F838-425A-9AB6-5F23CCEA8937}"/>
          </ac:spMkLst>
        </pc:spChg>
        <pc:spChg chg="add mod">
          <ac:chgData name="Rodrigo Friães" userId="686744df8f37635b" providerId="LiveId" clId="{91494AB5-DFF6-4BF7-9139-6C8A5FC18882}" dt="2026-05-27T15:19:13.788" v="10608" actId="1076"/>
          <ac:spMkLst>
            <pc:docMk/>
            <pc:sldMk cId="3770122238" sldId="296"/>
            <ac:spMk id="19" creationId="{D4BCE8A4-4352-03EC-0795-47EB8385C27D}"/>
          </ac:spMkLst>
        </pc:spChg>
        <pc:spChg chg="mod">
          <ac:chgData name="Rodrigo Friães" userId="686744df8f37635b" providerId="LiveId" clId="{91494AB5-DFF6-4BF7-9139-6C8A5FC18882}" dt="2026-05-27T15:29:04.282" v="10689" actId="14100"/>
          <ac:spMkLst>
            <pc:docMk/>
            <pc:sldMk cId="3770122238" sldId="296"/>
            <ac:spMk id="20" creationId="{12E4EB7C-ED15-5877-5D98-2B349242B216}"/>
          </ac:spMkLst>
        </pc:spChg>
        <pc:spChg chg="mod">
          <ac:chgData name="Rodrigo Friães" userId="686744df8f37635b" providerId="LiveId" clId="{91494AB5-DFF6-4BF7-9139-6C8A5FC18882}" dt="2026-05-27T15:23:53.337" v="10647" actId="1038"/>
          <ac:spMkLst>
            <pc:docMk/>
            <pc:sldMk cId="3770122238" sldId="296"/>
            <ac:spMk id="21" creationId="{58FFD3C2-CC6D-93F1-E8CA-BCE7A8434D89}"/>
          </ac:spMkLst>
        </pc:spChg>
        <pc:spChg chg="mod">
          <ac:chgData name="Rodrigo Friães" userId="686744df8f37635b" providerId="LiveId" clId="{91494AB5-DFF6-4BF7-9139-6C8A5FC18882}" dt="2026-05-27T15:28:53.700" v="10688" actId="1076"/>
          <ac:spMkLst>
            <pc:docMk/>
            <pc:sldMk cId="3770122238" sldId="296"/>
            <ac:spMk id="22" creationId="{E4001926-8ED1-248A-0C2D-9310D2DB3AB9}"/>
          </ac:spMkLst>
        </pc:spChg>
        <pc:spChg chg="add mod">
          <ac:chgData name="Rodrigo Friães" userId="686744df8f37635b" providerId="LiveId" clId="{91494AB5-DFF6-4BF7-9139-6C8A5FC18882}" dt="2026-05-27T15:39:18.006" v="10858" actId="1036"/>
          <ac:spMkLst>
            <pc:docMk/>
            <pc:sldMk cId="3770122238" sldId="296"/>
            <ac:spMk id="24" creationId="{C7B9FD1C-AAC8-B4AC-44CE-CA337F0AE278}"/>
          </ac:spMkLst>
        </pc:spChg>
      </pc:sldChg>
      <pc:sldChg chg="addSp delSp modSp add del mod setBg">
        <pc:chgData name="Rodrigo Friães" userId="686744df8f37635b" providerId="LiveId" clId="{91494AB5-DFF6-4BF7-9139-6C8A5FC18882}" dt="2026-06-23T15:26:01.685" v="12125" actId="1035"/>
        <pc:sldMkLst>
          <pc:docMk/>
          <pc:sldMk cId="0" sldId="297"/>
        </pc:sldMkLst>
        <pc:spChg chg="mod">
          <ac:chgData name="Rodrigo Friães" userId="686744df8f37635b" providerId="LiveId" clId="{91494AB5-DFF6-4BF7-9139-6C8A5FC18882}" dt="2026-05-28T10:43:57.406" v="11947" actId="20577"/>
          <ac:spMkLst>
            <pc:docMk/>
            <pc:sldMk cId="0" sldId="297"/>
            <ac:spMk id="4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02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1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4:05.101" v="11948" actId="1076"/>
          <ac:spMkLst>
            <pc:docMk/>
            <pc:sldMk cId="0" sldId="297"/>
            <ac:spMk id="11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11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30.798" v="11939" actId="403"/>
          <ac:spMkLst>
            <pc:docMk/>
            <pc:sldMk cId="0" sldId="297"/>
            <ac:spMk id="12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13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30.798" v="11939" actId="403"/>
          <ac:spMkLst>
            <pc:docMk/>
            <pc:sldMk cId="0" sldId="297"/>
            <ac:spMk id="13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4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5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30.798" v="11939" actId="403"/>
          <ac:spMkLst>
            <pc:docMk/>
            <pc:sldMk cId="0" sldId="297"/>
            <ac:spMk id="15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30.798" v="11939" actId="403"/>
          <ac:spMkLst>
            <pc:docMk/>
            <pc:sldMk cId="0" sldId="297"/>
            <ac:spMk id="16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16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7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7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30.798" v="11939" actId="403"/>
          <ac:spMkLst>
            <pc:docMk/>
            <pc:sldMk cId="0" sldId="297"/>
            <ac:spMk id="18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19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0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203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204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21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2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3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3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4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5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6:01.685" v="12125" actId="1035"/>
          <ac:spMkLst>
            <pc:docMk/>
            <pc:sldMk cId="0" sldId="297"/>
            <ac:spMk id="260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6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7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71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8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3:47.403" v="11946" actId="403"/>
          <ac:spMkLst>
            <pc:docMk/>
            <pc:sldMk cId="0" sldId="297"/>
            <ac:spMk id="290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5:59.188" v="12119" actId="1035"/>
          <ac:spMkLst>
            <pc:docMk/>
            <pc:sldMk cId="0" sldId="297"/>
            <ac:spMk id="291" creationId="{00000000-0000-0000-0000-000000000000}"/>
          </ac:spMkLst>
        </pc:spChg>
      </pc:sldChg>
      <pc:sldChg chg="delSp modSp add mod setBg">
        <pc:chgData name="Rodrigo Friães" userId="686744df8f37635b" providerId="LiveId" clId="{91494AB5-DFF6-4BF7-9139-6C8A5FC18882}" dt="2026-06-23T15:29:50.837" v="12142" actId="20577"/>
        <pc:sldMkLst>
          <pc:docMk/>
          <pc:sldMk cId="0" sldId="298"/>
        </pc:sldMkLst>
        <pc:spChg chg="mod">
          <ac:chgData name="Rodrigo Friães" userId="686744df8f37635b" providerId="LiveId" clId="{91494AB5-DFF6-4BF7-9139-6C8A5FC18882}" dt="2026-05-28T10:45:53.374" v="11986" actId="1037"/>
          <ac:spMkLst>
            <pc:docMk/>
            <pc:sldMk cId="0" sldId="298"/>
            <ac:spMk id="2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5:46.335" v="11971" actId="1037"/>
          <ac:spMkLst>
            <pc:docMk/>
            <pc:sldMk cId="0" sldId="298"/>
            <ac:spMk id="3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6:11.207" v="12017" actId="1037"/>
          <ac:spMkLst>
            <pc:docMk/>
            <pc:sldMk cId="0" sldId="298"/>
            <ac:spMk id="5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6:11.207" v="12017" actId="1037"/>
          <ac:spMkLst>
            <pc:docMk/>
            <pc:sldMk cId="0" sldId="298"/>
            <ac:spMk id="6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8:20.587" v="12057" actId="207"/>
          <ac:spMkLst>
            <pc:docMk/>
            <pc:sldMk cId="0" sldId="298"/>
            <ac:spMk id="21" creationId="{00000000-0000-0000-0000-000000000000}"/>
          </ac:spMkLst>
        </pc:spChg>
        <pc:spChg chg="mod">
          <ac:chgData name="Rodrigo Friães" userId="686744df8f37635b" providerId="LiveId" clId="{91494AB5-DFF6-4BF7-9139-6C8A5FC18882}" dt="2026-05-28T10:48:12.992" v="12056" actId="207"/>
          <ac:spMkLst>
            <pc:docMk/>
            <pc:sldMk cId="0" sldId="298"/>
            <ac:spMk id="22" creationId="{00000000-0000-0000-0000-000000000000}"/>
          </ac:spMkLst>
        </pc:spChg>
        <pc:spChg chg="mod">
          <ac:chgData name="Rodrigo Friães" userId="686744df8f37635b" providerId="LiveId" clId="{91494AB5-DFF6-4BF7-9139-6C8A5FC18882}" dt="2026-06-23T15:29:50.837" v="12142" actId="20577"/>
          <ac:spMkLst>
            <pc:docMk/>
            <pc:sldMk cId="0" sldId="298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40EDD60-44E8-46D8-8B75-869E2EC9ED49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84906E-CEBA-406F-A475-D63B72641979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 dirty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DE089B-58A1-4402-A3C6-E34FFACDA4B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 dirty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7EDF89-354A-4BAB-A76E-8C1FDB8DCD6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7B660D-7D4B-46E8-8286-F1838DBD9CA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F43E12-8AAA-47EC-99D4-5F9D622769A5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9525B1-BFD0-4C97-8419-B3C3E7E56BF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F3D3B3-5641-4FCB-8BDD-4FD27E9BBF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007F-767B-2099-D3AF-0BA708FA0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>
            <a:extLst>
              <a:ext uri="{FF2B5EF4-FFF2-40B4-BE49-F238E27FC236}">
                <a16:creationId xmlns:a16="http://schemas.microsoft.com/office/drawing/2014/main" id="{0DA7B45D-7FC2-E7A4-78BC-9951E90A2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98" name="PlaceHolder 2">
            <a:extLst>
              <a:ext uri="{FF2B5EF4-FFF2-40B4-BE49-F238E27FC236}">
                <a16:creationId xmlns:a16="http://schemas.microsoft.com/office/drawing/2014/main" id="{AEDC92C4-2927-159C-6C6E-6DD109DC96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9" name="PlaceHolder 3">
            <a:extLst>
              <a:ext uri="{FF2B5EF4-FFF2-40B4-BE49-F238E27FC236}">
                <a16:creationId xmlns:a16="http://schemas.microsoft.com/office/drawing/2014/main" id="{BB8E9B5C-2674-F197-8D99-6DBB0F385A1D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F3D3B3-5641-4FCB-8BDD-4FD27E9BBF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5148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270-032F-0146-A662-4596270C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25D15-56A7-67D2-0CC7-B2638921D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F9362-9468-D146-2C51-7D0C18E2C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68E58-664F-541C-BC2B-309760CF9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3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D03D31-23B6-4F07-B31A-DFE841EF6D3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F40EDD60-44E8-46D8-8B75-869E2EC9ED49}" type="slidenum">
              <a:rPr lang="en-US" sz="1400" b="0" strike="noStrike" spc="-1" smtClean="0">
                <a:latin typeface="Times New Roman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0501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9684-8702-C3DF-CDAB-B4422B73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>
            <a:extLst>
              <a:ext uri="{FF2B5EF4-FFF2-40B4-BE49-F238E27FC236}">
                <a16:creationId xmlns:a16="http://schemas.microsoft.com/office/drawing/2014/main" id="{4FB275E8-C8EB-701D-D3C8-FCD28C72E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498" name="PlaceHolder 2">
            <a:extLst>
              <a:ext uri="{FF2B5EF4-FFF2-40B4-BE49-F238E27FC236}">
                <a16:creationId xmlns:a16="http://schemas.microsoft.com/office/drawing/2014/main" id="{8F79F3FE-3178-829E-B628-09ED03B135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9" name="PlaceHolder 3">
            <a:extLst>
              <a:ext uri="{FF2B5EF4-FFF2-40B4-BE49-F238E27FC236}">
                <a16:creationId xmlns:a16="http://schemas.microsoft.com/office/drawing/2014/main" id="{7D3240A3-372A-312C-6C28-EDB106789959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F3D3B3-5641-4FCB-8BDD-4FD27E9BBFF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3944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F40EDD60-44E8-46D8-8B75-869E2EC9ED49}" type="slidenum">
              <a:rPr lang="en-US" sz="1400" b="0" strike="noStrike" spc="-1" smtClean="0">
                <a:latin typeface="Times New Roman"/>
              </a:rPr>
              <a:t>18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153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25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3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410400" cy="51426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46" name="Shape 2"/>
          <p:cNvSpPr/>
          <p:nvPr/>
        </p:nvSpPr>
        <p:spPr>
          <a:xfrm>
            <a:off x="658368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47" name="Shape 3"/>
          <p:cNvSpPr/>
          <p:nvPr/>
        </p:nvSpPr>
        <p:spPr>
          <a:xfrm>
            <a:off x="693108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48" name="Shape 4"/>
          <p:cNvSpPr/>
          <p:nvPr/>
        </p:nvSpPr>
        <p:spPr>
          <a:xfrm>
            <a:off x="727848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49" name="Shape 5"/>
          <p:cNvSpPr/>
          <p:nvPr/>
        </p:nvSpPr>
        <p:spPr>
          <a:xfrm>
            <a:off x="762624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" name="Shape 6"/>
          <p:cNvSpPr/>
          <p:nvPr/>
        </p:nvSpPr>
        <p:spPr>
          <a:xfrm>
            <a:off x="797364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1" name="Shape 7"/>
          <p:cNvSpPr/>
          <p:nvPr/>
        </p:nvSpPr>
        <p:spPr>
          <a:xfrm>
            <a:off x="832104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2" name="Shape 8"/>
          <p:cNvSpPr/>
          <p:nvPr/>
        </p:nvSpPr>
        <p:spPr>
          <a:xfrm>
            <a:off x="8668440" y="2286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3" name="Shape 9"/>
          <p:cNvSpPr/>
          <p:nvPr/>
        </p:nvSpPr>
        <p:spPr>
          <a:xfrm>
            <a:off x="658368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4" name="Shape 10"/>
          <p:cNvSpPr/>
          <p:nvPr/>
        </p:nvSpPr>
        <p:spPr>
          <a:xfrm>
            <a:off x="693108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5" name="Shape 11"/>
          <p:cNvSpPr/>
          <p:nvPr/>
        </p:nvSpPr>
        <p:spPr>
          <a:xfrm>
            <a:off x="727848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6" name="Shape 12"/>
          <p:cNvSpPr/>
          <p:nvPr/>
        </p:nvSpPr>
        <p:spPr>
          <a:xfrm>
            <a:off x="762624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7" name="Shape 13"/>
          <p:cNvSpPr/>
          <p:nvPr/>
        </p:nvSpPr>
        <p:spPr>
          <a:xfrm>
            <a:off x="797364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8" name="Shape 14"/>
          <p:cNvSpPr/>
          <p:nvPr/>
        </p:nvSpPr>
        <p:spPr>
          <a:xfrm>
            <a:off x="832104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9" name="Shape 15"/>
          <p:cNvSpPr/>
          <p:nvPr/>
        </p:nvSpPr>
        <p:spPr>
          <a:xfrm>
            <a:off x="8668440" y="5760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0" name="Shape 16"/>
          <p:cNvSpPr/>
          <p:nvPr/>
        </p:nvSpPr>
        <p:spPr>
          <a:xfrm>
            <a:off x="658368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1" name="Shape 17"/>
          <p:cNvSpPr/>
          <p:nvPr/>
        </p:nvSpPr>
        <p:spPr>
          <a:xfrm>
            <a:off x="693108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2" name="Shape 18"/>
          <p:cNvSpPr/>
          <p:nvPr/>
        </p:nvSpPr>
        <p:spPr>
          <a:xfrm>
            <a:off x="727848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3" name="Shape 19"/>
          <p:cNvSpPr/>
          <p:nvPr/>
        </p:nvSpPr>
        <p:spPr>
          <a:xfrm>
            <a:off x="762624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4" name="Shape 20"/>
          <p:cNvSpPr/>
          <p:nvPr/>
        </p:nvSpPr>
        <p:spPr>
          <a:xfrm>
            <a:off x="797364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5" name="Shape 21"/>
          <p:cNvSpPr/>
          <p:nvPr/>
        </p:nvSpPr>
        <p:spPr>
          <a:xfrm>
            <a:off x="832104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6" name="Shape 22"/>
          <p:cNvSpPr/>
          <p:nvPr/>
        </p:nvSpPr>
        <p:spPr>
          <a:xfrm>
            <a:off x="8668440" y="92340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7" name="Shape 23"/>
          <p:cNvSpPr/>
          <p:nvPr/>
        </p:nvSpPr>
        <p:spPr>
          <a:xfrm>
            <a:off x="658368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8" name="Shape 24"/>
          <p:cNvSpPr/>
          <p:nvPr/>
        </p:nvSpPr>
        <p:spPr>
          <a:xfrm>
            <a:off x="693108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9" name="Shape 25"/>
          <p:cNvSpPr/>
          <p:nvPr/>
        </p:nvSpPr>
        <p:spPr>
          <a:xfrm>
            <a:off x="727848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0" name="Shape 26"/>
          <p:cNvSpPr/>
          <p:nvPr/>
        </p:nvSpPr>
        <p:spPr>
          <a:xfrm>
            <a:off x="762624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1" name="Shape 27"/>
          <p:cNvSpPr/>
          <p:nvPr/>
        </p:nvSpPr>
        <p:spPr>
          <a:xfrm>
            <a:off x="797364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2" name="Shape 28"/>
          <p:cNvSpPr/>
          <p:nvPr/>
        </p:nvSpPr>
        <p:spPr>
          <a:xfrm>
            <a:off x="832104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3" name="Shape 29"/>
          <p:cNvSpPr/>
          <p:nvPr/>
        </p:nvSpPr>
        <p:spPr>
          <a:xfrm>
            <a:off x="8668440" y="12711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4" name="Shape 30"/>
          <p:cNvSpPr/>
          <p:nvPr/>
        </p:nvSpPr>
        <p:spPr>
          <a:xfrm>
            <a:off x="658368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5" name="Shape 31"/>
          <p:cNvSpPr/>
          <p:nvPr/>
        </p:nvSpPr>
        <p:spPr>
          <a:xfrm>
            <a:off x="693108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6" name="Shape 32"/>
          <p:cNvSpPr/>
          <p:nvPr/>
        </p:nvSpPr>
        <p:spPr>
          <a:xfrm>
            <a:off x="727848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7" name="Shape 33"/>
          <p:cNvSpPr/>
          <p:nvPr/>
        </p:nvSpPr>
        <p:spPr>
          <a:xfrm>
            <a:off x="762624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8" name="Shape 34"/>
          <p:cNvSpPr/>
          <p:nvPr/>
        </p:nvSpPr>
        <p:spPr>
          <a:xfrm>
            <a:off x="797364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79" name="Shape 35"/>
          <p:cNvSpPr/>
          <p:nvPr/>
        </p:nvSpPr>
        <p:spPr>
          <a:xfrm>
            <a:off x="832104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0" name="Shape 36"/>
          <p:cNvSpPr/>
          <p:nvPr/>
        </p:nvSpPr>
        <p:spPr>
          <a:xfrm>
            <a:off x="8668440" y="1618560"/>
            <a:ext cx="90360" cy="90360"/>
          </a:xfrm>
          <a:prstGeom prst="ellipse">
            <a:avLst/>
          </a:prstGeom>
          <a:solidFill>
            <a:srgbClr val="1A4A7A">
              <a:alpha val="60000"/>
            </a:srgbClr>
          </a:solidFill>
          <a:ln w="12600">
            <a:solidFill>
              <a:srgbClr val="1A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1" name="Text 37"/>
          <p:cNvSpPr/>
          <p:nvPr/>
        </p:nvSpPr>
        <p:spPr>
          <a:xfrm>
            <a:off x="640080" y="964620"/>
            <a:ext cx="777132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Energy-Aware Environment</a:t>
            </a:r>
            <a:endParaRPr lang="en-US" sz="2800" b="0" strike="noStrike" spc="-1" noProof="0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Configuration in Simulation-Based</a:t>
            </a:r>
            <a:endParaRPr lang="en-US" sz="2800" b="0" strike="noStrike" spc="-1" noProof="0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Testing of Autonomous Vehicles</a:t>
            </a:r>
            <a:endParaRPr lang="en-US" sz="2800" b="0" strike="noStrike" spc="-1" noProof="0" dirty="0">
              <a:latin typeface="Arial"/>
            </a:endParaRPr>
          </a:p>
        </p:txBody>
      </p:sp>
      <p:sp>
        <p:nvSpPr>
          <p:cNvPr id="84" name="Text 40"/>
          <p:cNvSpPr/>
          <p:nvPr/>
        </p:nvSpPr>
        <p:spPr>
          <a:xfrm>
            <a:off x="640080" y="3875770"/>
            <a:ext cx="80456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Student:  </a:t>
            </a:r>
            <a:r>
              <a:rPr lang="en-US" sz="120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Rodrigo Friaes</a:t>
            </a:r>
            <a:endParaRPr lang="en-US" sz="1200" b="0" strike="noStrike" spc="-1" noProof="0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200" b="1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Supervisors:  </a:t>
            </a:r>
            <a:r>
              <a:rPr lang="en-US" sz="120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Sandro Hernández Goicochea  ·  Grégory Loubet-Bonino</a:t>
            </a:r>
            <a:endParaRPr lang="en-US" sz="1200" b="0" strike="noStrike" spc="-1" noProof="0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 noProof="0" dirty="0">
                <a:solidFill>
                  <a:srgbClr val="94A3B8"/>
                </a:solidFill>
                <a:latin typeface="Calibri"/>
                <a:ea typeface="Calibri"/>
              </a:rPr>
              <a:t>Seminar in Software Engineering  ·  Spring 2026</a:t>
            </a:r>
            <a:endParaRPr lang="en-US" sz="1200" b="0" strike="noStrike" spc="-1" noProof="0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6" name="Shape 1"/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7" name="Text 2"/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Agenda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457200" y="178416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9" name="Shape 4"/>
          <p:cNvSpPr/>
          <p:nvPr/>
        </p:nvSpPr>
        <p:spPr>
          <a:xfrm>
            <a:off x="457200" y="178416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90" name="Text 5"/>
          <p:cNvSpPr/>
          <p:nvPr/>
        </p:nvSpPr>
        <p:spPr>
          <a:xfrm>
            <a:off x="457200" y="178416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01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1051560" y="185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Context &amp; Motivation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1051560" y="228708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Why energy matters in AV simulation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3291840" y="178416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94" name="Shape 9"/>
          <p:cNvSpPr/>
          <p:nvPr/>
        </p:nvSpPr>
        <p:spPr>
          <a:xfrm>
            <a:off x="3291840" y="178416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95" name="Text 10"/>
          <p:cNvSpPr/>
          <p:nvPr/>
        </p:nvSpPr>
        <p:spPr>
          <a:xfrm>
            <a:off x="3291840" y="178416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02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3886200" y="185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Research question &amp; Goal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3886200" y="228708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Research questions &amp; optimization objective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6126480" y="178416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99" name="Shape 14"/>
          <p:cNvSpPr/>
          <p:nvPr/>
        </p:nvSpPr>
        <p:spPr>
          <a:xfrm>
            <a:off x="6126480" y="178416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00" name="Text 15"/>
          <p:cNvSpPr/>
          <p:nvPr/>
        </p:nvSpPr>
        <p:spPr>
          <a:xfrm>
            <a:off x="6126480" y="178416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03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6720840" y="185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Methodology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6720840" y="228708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Study design and planned experimental setup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457200" y="306432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04" name="Shape 19"/>
          <p:cNvSpPr/>
          <p:nvPr/>
        </p:nvSpPr>
        <p:spPr>
          <a:xfrm>
            <a:off x="457200" y="306432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05" name="Text 20"/>
          <p:cNvSpPr/>
          <p:nvPr/>
        </p:nvSpPr>
        <p:spPr>
          <a:xfrm>
            <a:off x="457200" y="306432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04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1051560" y="313740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Implementation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1051560" y="356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spc="-1" noProof="0" dirty="0">
                <a:solidFill>
                  <a:srgbClr val="64748B"/>
                </a:solidFill>
                <a:latin typeface="Calibri"/>
                <a:ea typeface="Calibri"/>
              </a:rPr>
              <a:t>Survival test oracle &amp; </a:t>
            </a: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Measurement infra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3291840" y="306432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09" name="Shape 24"/>
          <p:cNvSpPr/>
          <p:nvPr/>
        </p:nvSpPr>
        <p:spPr>
          <a:xfrm>
            <a:off x="3291840" y="306432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10" name="Text 25"/>
          <p:cNvSpPr/>
          <p:nvPr/>
        </p:nvSpPr>
        <p:spPr>
          <a:xfrm>
            <a:off x="3291840" y="306432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05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3886200" y="313740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Testing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3886200" y="356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Current status, findings, and open decisions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113" name="Shape 28"/>
          <p:cNvSpPr/>
          <p:nvPr/>
        </p:nvSpPr>
        <p:spPr>
          <a:xfrm>
            <a:off x="6126480" y="3064320"/>
            <a:ext cx="2559240" cy="1004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14" name="Shape 29"/>
          <p:cNvSpPr/>
          <p:nvPr/>
        </p:nvSpPr>
        <p:spPr>
          <a:xfrm>
            <a:off x="6126480" y="3064320"/>
            <a:ext cx="50184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15" name="Text 30"/>
          <p:cNvSpPr/>
          <p:nvPr/>
        </p:nvSpPr>
        <p:spPr>
          <a:xfrm>
            <a:off x="6126480" y="3064320"/>
            <a:ext cx="501840" cy="10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1" strike="noStrike" spc="-1" noProof="0" dirty="0">
                <a:solidFill>
                  <a:srgbClr val="0D9488"/>
                </a:solidFill>
                <a:latin typeface="Calibri"/>
                <a:ea typeface="DejaVu Sans"/>
              </a:rPr>
              <a:t>06</a:t>
            </a:r>
            <a:endParaRPr lang="en-US" sz="1800" b="0" strike="noStrike" spc="-1" noProof="0" dirty="0">
              <a:latin typeface="Arial"/>
            </a:endParaRPr>
          </a:p>
        </p:txBody>
      </p:sp>
      <p:sp>
        <p:nvSpPr>
          <p:cNvPr id="116" name="Text 31"/>
          <p:cNvSpPr/>
          <p:nvPr/>
        </p:nvSpPr>
        <p:spPr>
          <a:xfrm>
            <a:off x="6720840" y="313740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Plan to Final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17" name="Text 32"/>
          <p:cNvSpPr/>
          <p:nvPr/>
        </p:nvSpPr>
        <p:spPr>
          <a:xfrm>
            <a:off x="6720840" y="3567240"/>
            <a:ext cx="1873440" cy="4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Milestones, configuration sweep, analysis</a:t>
            </a:r>
            <a:endParaRPr lang="en-US" sz="950" b="0" strike="noStrike" spc="-1" noProof="0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rr3"/>
          <p:cNvSpPr/>
          <p:nvPr/>
        </p:nvSpPr>
        <p:spPr>
          <a:xfrm>
            <a:off x="6616769" y="3284619"/>
            <a:ext cx="513035" cy="2931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9" name="arr2"/>
          <p:cNvSpPr/>
          <p:nvPr/>
        </p:nvSpPr>
        <p:spPr>
          <a:xfrm>
            <a:off x="4347325" y="3295695"/>
            <a:ext cx="513035" cy="2931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9" name="arr1"/>
          <p:cNvSpPr/>
          <p:nvPr/>
        </p:nvSpPr>
        <p:spPr>
          <a:xfrm>
            <a:off x="2198782" y="3363096"/>
            <a:ext cx="513035" cy="2931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" name="h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hline"/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htitle"/>
          <p:cNvSpPr/>
          <p:nvPr/>
        </p:nvSpPr>
        <p:spPr>
          <a:xfrm>
            <a:off x="457200" y="100000"/>
            <a:ext cx="600000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/>
              </a:rPr>
              <a:t>Context &amp; Motivation</a:t>
            </a:r>
          </a:p>
        </p:txBody>
      </p:sp>
      <p:sp>
        <p:nvSpPr>
          <p:cNvPr id="10" name="s1_circle"/>
          <p:cNvSpPr/>
          <p:nvPr/>
        </p:nvSpPr>
        <p:spPr>
          <a:xfrm>
            <a:off x="776024" y="1421989"/>
            <a:ext cx="855058" cy="855058"/>
          </a:xfrm>
          <a:prstGeom prst="ellipse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/>
              </a:rPr>
              <a:t>⚙</a:t>
            </a:r>
          </a:p>
        </p:txBody>
      </p:sp>
      <p:sp>
        <p:nvSpPr>
          <p:cNvPr id="11" name="s1_box"/>
          <p:cNvSpPr/>
          <p:nvPr/>
        </p:nvSpPr>
        <p:spPr>
          <a:xfrm>
            <a:off x="165276" y="2654620"/>
            <a:ext cx="2076569" cy="1710116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s1_acc"/>
          <p:cNvSpPr/>
          <p:nvPr/>
        </p:nvSpPr>
        <p:spPr>
          <a:xfrm>
            <a:off x="165261" y="2654620"/>
            <a:ext cx="2076584" cy="61076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3" name="s1_txt"/>
          <p:cNvSpPr/>
          <p:nvPr/>
        </p:nvSpPr>
        <p:spPr>
          <a:xfrm>
            <a:off x="165276" y="2704620"/>
            <a:ext cx="2076569" cy="16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rIns="9000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/>
              </a:rPr>
              <a:t>CARLA Sim</a:t>
            </a:r>
          </a:p>
          <a:p>
            <a:pPr algn="ctr">
              <a:buNone/>
            </a:pPr>
            <a:endParaRPr dirty="0"/>
          </a:p>
          <a:p>
            <a:pPr algn="ctr">
              <a:buNone/>
            </a:pPr>
            <a:r>
              <a:rPr lang="en-US" sz="1050" b="0" dirty="0">
                <a:solidFill>
                  <a:srgbClr val="64748B"/>
                </a:solidFill>
                <a:latin typeface="Calibri"/>
              </a:rPr>
              <a:t>AV validation at scale — 1000s of runs per campaign</a:t>
            </a:r>
          </a:p>
        </p:txBody>
      </p:sp>
      <p:sp>
        <p:nvSpPr>
          <p:cNvPr id="20" name="s2_circle"/>
          <p:cNvSpPr/>
          <p:nvPr/>
        </p:nvSpPr>
        <p:spPr>
          <a:xfrm>
            <a:off x="3029671" y="1421989"/>
            <a:ext cx="855058" cy="855058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00"/>
                </a:solidFill>
                <a:latin typeface="Trebuchet MS"/>
              </a:rPr>
              <a:t>⚡</a:t>
            </a:r>
          </a:p>
        </p:txBody>
      </p:sp>
      <p:sp>
        <p:nvSpPr>
          <p:cNvPr id="21" name="s2_box"/>
          <p:cNvSpPr/>
          <p:nvPr/>
        </p:nvSpPr>
        <p:spPr>
          <a:xfrm>
            <a:off x="2423314" y="2665696"/>
            <a:ext cx="2076569" cy="1710116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" name="s2_acc"/>
          <p:cNvSpPr/>
          <p:nvPr/>
        </p:nvSpPr>
        <p:spPr>
          <a:xfrm>
            <a:off x="2423299" y="2665696"/>
            <a:ext cx="2076584" cy="61076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3" name="s2_txt"/>
          <p:cNvSpPr/>
          <p:nvPr/>
        </p:nvSpPr>
        <p:spPr>
          <a:xfrm>
            <a:off x="2423314" y="2715696"/>
            <a:ext cx="2076569" cy="16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rIns="9000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/>
              </a:rPr>
              <a:t>High Energy Cost</a:t>
            </a:r>
          </a:p>
          <a:p>
            <a:pPr algn="ctr">
              <a:buNone/>
            </a:pPr>
            <a:endParaRPr dirty="0"/>
          </a:p>
          <a:p>
            <a:pPr algn="ctr">
              <a:buNone/>
            </a:pPr>
            <a:r>
              <a:rPr lang="en-US" sz="1050" b="0" dirty="0">
                <a:solidFill>
                  <a:srgbClr val="64748B"/>
                </a:solidFill>
                <a:latin typeface="Calibri"/>
              </a:rPr>
              <a:t>GPU &amp; CPU energy is a real and growing cost of simulation</a:t>
            </a:r>
          </a:p>
        </p:txBody>
      </p:sp>
      <p:sp>
        <p:nvSpPr>
          <p:cNvPr id="30" name="s3_circle"/>
          <p:cNvSpPr/>
          <p:nvPr/>
        </p:nvSpPr>
        <p:spPr>
          <a:xfrm>
            <a:off x="5259273" y="1421989"/>
            <a:ext cx="855058" cy="855058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31" name="s3_box"/>
          <p:cNvSpPr/>
          <p:nvPr/>
        </p:nvSpPr>
        <p:spPr>
          <a:xfrm>
            <a:off x="4651263" y="2665696"/>
            <a:ext cx="2076569" cy="1710116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2" name="s3_acc"/>
          <p:cNvSpPr/>
          <p:nvPr/>
        </p:nvSpPr>
        <p:spPr>
          <a:xfrm>
            <a:off x="4651248" y="2665696"/>
            <a:ext cx="2076569" cy="5000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3" name="s3_txt"/>
          <p:cNvSpPr/>
          <p:nvPr/>
        </p:nvSpPr>
        <p:spPr>
          <a:xfrm>
            <a:off x="4651263" y="2715696"/>
            <a:ext cx="2076569" cy="16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rIns="9000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/>
              </a:rPr>
              <a:t>Oracle Verdict</a:t>
            </a:r>
          </a:p>
          <a:p>
            <a:pPr algn="ctr">
              <a:buNone/>
            </a:pPr>
            <a:endParaRPr dirty="0"/>
          </a:p>
          <a:p>
            <a:pPr algn="ctr">
              <a:buNone/>
            </a:pPr>
            <a:r>
              <a:rPr lang="en-US" sz="1050" b="0" dirty="0">
                <a:solidFill>
                  <a:srgbClr val="64748B"/>
                </a:solidFill>
                <a:latin typeface="Calibri"/>
              </a:rPr>
              <a:t>Pass / Fail based on safety metrics (collisions, lane, distance)</a:t>
            </a:r>
          </a:p>
        </p:txBody>
      </p:sp>
      <p:sp>
        <p:nvSpPr>
          <p:cNvPr id="40" name="s4_circle"/>
          <p:cNvSpPr/>
          <p:nvPr/>
        </p:nvSpPr>
        <p:spPr>
          <a:xfrm>
            <a:off x="7525359" y="1419222"/>
            <a:ext cx="855058" cy="855058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/>
              </a:rPr>
              <a:t>?</a:t>
            </a:r>
          </a:p>
        </p:txBody>
      </p:sp>
      <p:sp>
        <p:nvSpPr>
          <p:cNvPr id="41" name="s4_box"/>
          <p:cNvSpPr/>
          <p:nvPr/>
        </p:nvSpPr>
        <p:spPr>
          <a:xfrm>
            <a:off x="6914611" y="2654620"/>
            <a:ext cx="2076569" cy="1710116"/>
          </a:xfrm>
          <a:prstGeom prst="rect">
            <a:avLst/>
          </a:prstGeom>
          <a:solidFill>
            <a:srgbClr val="E0F2FE"/>
          </a:solidFill>
          <a:ln w="18000">
            <a:solidFill>
              <a:srgbClr val="7DD3F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2" name="s4_acc"/>
          <p:cNvSpPr/>
          <p:nvPr/>
        </p:nvSpPr>
        <p:spPr>
          <a:xfrm>
            <a:off x="6914596" y="2654620"/>
            <a:ext cx="2076584" cy="61076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3" name="s4_txt"/>
          <p:cNvSpPr/>
          <p:nvPr/>
        </p:nvSpPr>
        <p:spPr>
          <a:xfrm>
            <a:off x="6914611" y="2704620"/>
            <a:ext cx="2076569" cy="16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rIns="9000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369A1"/>
                </a:solidFill>
                <a:latin typeface="Trebuchet MS"/>
              </a:rPr>
              <a:t>Hypothesis</a:t>
            </a:r>
          </a:p>
          <a:p>
            <a:pPr algn="ctr">
              <a:buNone/>
            </a:pPr>
            <a:endParaRPr dirty="0"/>
          </a:p>
          <a:p>
            <a:pPr algn="ctr">
              <a:buNone/>
            </a:pPr>
            <a:r>
              <a:rPr lang="en-US" sz="1050" b="0" dirty="0">
                <a:solidFill>
                  <a:srgbClr val="0369A1"/>
                </a:solidFill>
                <a:latin typeface="Calibri"/>
              </a:rPr>
              <a:t>Could config changes cut energy without changing the verdict?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35DCF5-7955-C40B-B2FC-257507009D7D}"/>
              </a:ext>
            </a:extLst>
          </p:cNvPr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01</a:t>
            </a:r>
            <a:endParaRPr lang="en-US" sz="1100" b="0" strike="noStrike" spc="-1" noProof="0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58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27" name="Shape 59"/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28" name="Text 65"/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Research Question &amp; Project Goal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129" name="Text 66"/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02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1016965" y="1689564"/>
            <a:ext cx="200413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Research Question</a:t>
            </a:r>
            <a:endParaRPr lang="en-US" sz="1600" b="0" strike="noStrike" spc="-1" noProof="0" dirty="0">
              <a:latin typeface="Arial"/>
            </a:endParaRPr>
          </a:p>
        </p:txBody>
      </p:sp>
      <p:sp>
        <p:nvSpPr>
          <p:cNvPr id="139" name="Shape 56"/>
          <p:cNvSpPr/>
          <p:nvPr/>
        </p:nvSpPr>
        <p:spPr>
          <a:xfrm>
            <a:off x="3146375" y="1728309"/>
            <a:ext cx="4539962" cy="1252595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2400" noProof="0" dirty="0"/>
          </a:p>
        </p:txBody>
      </p:sp>
      <p:sp>
        <p:nvSpPr>
          <p:cNvPr id="140" name="Shape 57"/>
          <p:cNvSpPr/>
          <p:nvPr/>
        </p:nvSpPr>
        <p:spPr>
          <a:xfrm>
            <a:off x="3146375" y="1728309"/>
            <a:ext cx="53640" cy="1252596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2400" noProof="0" dirty="0"/>
          </a:p>
        </p:txBody>
      </p:sp>
      <p:sp>
        <p:nvSpPr>
          <p:cNvPr id="142" name="Text 64"/>
          <p:cNvSpPr/>
          <p:nvPr/>
        </p:nvSpPr>
        <p:spPr>
          <a:xfrm>
            <a:off x="3325295" y="1752209"/>
            <a:ext cx="4402802" cy="11161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2300"/>
              </a:lnSpc>
              <a:buNone/>
              <a:tabLst>
                <a:tab pos="0" algn="l"/>
              </a:tabLst>
            </a:pPr>
            <a:r>
              <a:rPr lang="en-US" sz="1600" b="1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Can simulation energy consumption be reduced by adjusting environment configurations while preserving the test verdict?</a:t>
            </a:r>
            <a:endParaRPr lang="en-US" sz="1600" b="0" strike="noStrike" spc="-1" noProof="0" dirty="0">
              <a:latin typeface="Arial"/>
            </a:endParaRPr>
          </a:p>
        </p:txBody>
      </p:sp>
      <p:sp>
        <p:nvSpPr>
          <p:cNvPr id="143" name="Shape 88"/>
          <p:cNvSpPr/>
          <p:nvPr/>
        </p:nvSpPr>
        <p:spPr>
          <a:xfrm>
            <a:off x="3160100" y="3482770"/>
            <a:ext cx="3657600" cy="1116162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55" name="Text 90"/>
          <p:cNvSpPr/>
          <p:nvPr/>
        </p:nvSpPr>
        <p:spPr>
          <a:xfrm>
            <a:off x="3342980" y="3564850"/>
            <a:ext cx="3747960" cy="2780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0D9488"/>
                </a:solidFill>
                <a:latin typeface="Trebuchet MS"/>
                <a:ea typeface="Trebuchet MS"/>
              </a:rPr>
              <a:t>Optimization Objective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6" name="Text 91"/>
          <p:cNvSpPr/>
          <p:nvPr/>
        </p:nvSpPr>
        <p:spPr>
          <a:xfrm>
            <a:off x="3342980" y="3956170"/>
            <a:ext cx="3839400" cy="5646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Find a configuration c* that </a:t>
            </a:r>
            <a:r>
              <a:rPr lang="en-US" sz="1050" b="0" strike="noStrike" spc="-1" noProof="0">
                <a:solidFill>
                  <a:srgbClr val="000000"/>
                </a:solidFill>
                <a:latin typeface="Calibri"/>
                <a:ea typeface="Calibri"/>
              </a:rPr>
              <a:t>minimizes energy</a:t>
            </a:r>
            <a:endParaRPr lang="en-US" sz="1050" b="0" strike="noStrike" spc="-1" noProof="0" dirty="0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subject to: oracle verdict preserved</a:t>
            </a:r>
            <a:endParaRPr lang="en-US" sz="1050" b="0" strike="noStrike" spc="-1" noProof="0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    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57" name="Shape 87"/>
          <p:cNvSpPr/>
          <p:nvPr/>
        </p:nvSpPr>
        <p:spPr>
          <a:xfrm>
            <a:off x="3160100" y="3482770"/>
            <a:ext cx="53640" cy="1116162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97254F5-BBA7-3BB1-C095-A6286C99D7C6}"/>
              </a:ext>
            </a:extLst>
          </p:cNvPr>
          <p:cNvSpPr/>
          <p:nvPr/>
        </p:nvSpPr>
        <p:spPr>
          <a:xfrm>
            <a:off x="1588694" y="3457000"/>
            <a:ext cx="1432401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pc="-1" dirty="0">
                <a:solidFill>
                  <a:srgbClr val="1E293B"/>
                </a:solidFill>
                <a:latin typeface="Trebuchet MS"/>
                <a:ea typeface="Trebuchet MS"/>
              </a:rPr>
              <a:t>Project </a:t>
            </a:r>
            <a:r>
              <a:rPr lang="en-US" sz="16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Goal</a:t>
            </a:r>
            <a:endParaRPr lang="en-US" sz="1300" b="0" strike="noStrike" spc="-1" noProof="0" dirty="0">
              <a:latin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21F8A0-1A75-D2F7-E835-981351AE701A}"/>
              </a:ext>
            </a:extLst>
          </p:cNvPr>
          <p:cNvCxnSpPr>
            <a:cxnSpLocks/>
          </p:cNvCxnSpPr>
          <p:nvPr/>
        </p:nvCxnSpPr>
        <p:spPr>
          <a:xfrm flipH="1">
            <a:off x="1143027" y="2049061"/>
            <a:ext cx="1707351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30C6B8-2EA7-C63B-4AC5-183DB09673E3}"/>
              </a:ext>
            </a:extLst>
          </p:cNvPr>
          <p:cNvCxnSpPr>
            <a:cxnSpLocks/>
          </p:cNvCxnSpPr>
          <p:nvPr/>
        </p:nvCxnSpPr>
        <p:spPr>
          <a:xfrm flipH="1">
            <a:off x="1715748" y="3803320"/>
            <a:ext cx="1118588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76"/>
          <p:cNvSpPr/>
          <p:nvPr/>
        </p:nvSpPr>
        <p:spPr>
          <a:xfrm>
            <a:off x="207886" y="3429000"/>
            <a:ext cx="2876623" cy="114300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5" name="Shape 69"/>
          <p:cNvSpPr/>
          <p:nvPr/>
        </p:nvSpPr>
        <p:spPr>
          <a:xfrm>
            <a:off x="210046" y="1373400"/>
            <a:ext cx="265644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6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7" name="Shape 1"/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8" name="Text 2"/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Methodology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03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00" name="Text 77"/>
          <p:cNvSpPr/>
          <p:nvPr/>
        </p:nvSpPr>
        <p:spPr>
          <a:xfrm>
            <a:off x="490306" y="1533638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Subject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01" name="Shape 74"/>
          <p:cNvSpPr/>
          <p:nvPr/>
        </p:nvSpPr>
        <p:spPr>
          <a:xfrm>
            <a:off x="1686046" y="1383504"/>
            <a:ext cx="2427840" cy="158400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2" name="Text 79"/>
          <p:cNvSpPr/>
          <p:nvPr/>
        </p:nvSpPr>
        <p:spPr>
          <a:xfrm>
            <a:off x="2142166" y="1515240"/>
            <a:ext cx="1971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Baseline configuration 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sp>
        <p:nvSpPr>
          <p:cNvPr id="203" name="Text 81"/>
          <p:cNvSpPr/>
          <p:nvPr/>
        </p:nvSpPr>
        <p:spPr>
          <a:xfrm>
            <a:off x="2143246" y="2188800"/>
            <a:ext cx="18662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Driving Test Scenario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sp>
        <p:nvSpPr>
          <p:cNvPr id="204" name="Text 83"/>
          <p:cNvSpPr/>
          <p:nvPr/>
        </p:nvSpPr>
        <p:spPr>
          <a:xfrm>
            <a:off x="2143246" y="2558520"/>
            <a:ext cx="20948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Oracle Metrics &amp; Baseline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pic>
        <p:nvPicPr>
          <p:cNvPr id="205" name="Picture 204"/>
          <p:cNvPicPr/>
          <p:nvPr/>
        </p:nvPicPr>
        <p:blipFill>
          <a:blip r:embed="rId3"/>
          <a:stretch/>
        </p:blipFill>
        <p:spPr>
          <a:xfrm>
            <a:off x="472486" y="1877400"/>
            <a:ext cx="914400" cy="914400"/>
          </a:xfrm>
          <a:prstGeom prst="rect">
            <a:avLst/>
          </a:prstGeom>
          <a:ln w="0">
            <a:noFill/>
          </a:ln>
        </p:spPr>
      </p:pic>
      <p:sp>
        <p:nvSpPr>
          <p:cNvPr id="206" name="Text 95"/>
          <p:cNvSpPr/>
          <p:nvPr/>
        </p:nvSpPr>
        <p:spPr>
          <a:xfrm>
            <a:off x="1859206" y="185400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Define: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sp>
        <p:nvSpPr>
          <p:cNvPr id="207" name="Shape 71"/>
          <p:cNvSpPr/>
          <p:nvPr/>
        </p:nvSpPr>
        <p:spPr>
          <a:xfrm>
            <a:off x="1976566" y="1599840"/>
            <a:ext cx="108720" cy="108720"/>
          </a:xfrm>
          <a:prstGeom prst="ellipse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8" name="Shape 72"/>
          <p:cNvSpPr/>
          <p:nvPr/>
        </p:nvSpPr>
        <p:spPr>
          <a:xfrm>
            <a:off x="1976206" y="2272320"/>
            <a:ext cx="108720" cy="108720"/>
          </a:xfrm>
          <a:prstGeom prst="ellipse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9" name="Shape 73"/>
          <p:cNvSpPr/>
          <p:nvPr/>
        </p:nvSpPr>
        <p:spPr>
          <a:xfrm>
            <a:off x="1976566" y="2646000"/>
            <a:ext cx="108720" cy="108720"/>
          </a:xfrm>
          <a:prstGeom prst="ellipse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0" name="Text 96"/>
          <p:cNvSpPr/>
          <p:nvPr/>
        </p:nvSpPr>
        <p:spPr>
          <a:xfrm>
            <a:off x="675886" y="3648960"/>
            <a:ext cx="25632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Capture CPU/GPU Energy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sp>
        <p:nvSpPr>
          <p:cNvPr id="211" name="Text 97"/>
          <p:cNvSpPr/>
          <p:nvPr/>
        </p:nvSpPr>
        <p:spPr>
          <a:xfrm>
            <a:off x="675886" y="4044960"/>
            <a:ext cx="29718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F8FAFC"/>
                </a:solidFill>
                <a:latin typeface="Trebuchet MS"/>
                <a:ea typeface="Trebuchet MS"/>
              </a:rPr>
              <a:t>Implement Measurement Scripts</a:t>
            </a:r>
            <a:endParaRPr lang="en-US" sz="1100" b="0" strike="noStrike" spc="-1" noProof="0" dirty="0">
              <a:solidFill>
                <a:srgbClr val="F8FAFC"/>
              </a:solidFill>
              <a:latin typeface="Arial"/>
            </a:endParaRPr>
          </a:p>
        </p:txBody>
      </p:sp>
      <p:sp>
        <p:nvSpPr>
          <p:cNvPr id="212" name="Shape 62"/>
          <p:cNvSpPr/>
          <p:nvPr/>
        </p:nvSpPr>
        <p:spPr>
          <a:xfrm>
            <a:off x="464566" y="3740400"/>
            <a:ext cx="108720" cy="108720"/>
          </a:xfrm>
          <a:prstGeom prst="ellipse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3" name="Shape 63"/>
          <p:cNvSpPr/>
          <p:nvPr/>
        </p:nvSpPr>
        <p:spPr>
          <a:xfrm>
            <a:off x="464566" y="4144320"/>
            <a:ext cx="108720" cy="108720"/>
          </a:xfrm>
          <a:prstGeom prst="ellipse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4" name="Freeform: Shape 213"/>
          <p:cNvSpPr/>
          <p:nvPr/>
        </p:nvSpPr>
        <p:spPr>
          <a:xfrm flipH="1">
            <a:off x="4363457" y="198540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5" name="Freeform: Shape 214"/>
          <p:cNvSpPr/>
          <p:nvPr/>
        </p:nvSpPr>
        <p:spPr>
          <a:xfrm flipH="1" flipV="1">
            <a:off x="4363457" y="221364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D9488"/>
          </a:solidFill>
          <a:ln w="0">
            <a:solidFill>
              <a:srgbClr val="0D94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6" name="Freeform: Shape 215"/>
          <p:cNvSpPr/>
          <p:nvPr/>
        </p:nvSpPr>
        <p:spPr>
          <a:xfrm flipH="1">
            <a:off x="3315352" y="374940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7" name="Freeform: Shape 216"/>
          <p:cNvSpPr/>
          <p:nvPr/>
        </p:nvSpPr>
        <p:spPr>
          <a:xfrm flipH="1" flipV="1">
            <a:off x="3315352" y="3977640"/>
            <a:ext cx="9144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D9488"/>
          </a:solidFill>
          <a:ln w="0">
            <a:solidFill>
              <a:srgbClr val="0D94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>
              <a:solidFill>
                <a:srgbClr val="0F2240"/>
              </a:solidFill>
            </a:endParaRPr>
          </a:p>
        </p:txBody>
      </p:sp>
      <p:pic>
        <p:nvPicPr>
          <p:cNvPr id="218" name="Picture 217"/>
          <p:cNvPicPr/>
          <p:nvPr/>
        </p:nvPicPr>
        <p:blipFill>
          <a:blip r:embed="rId4"/>
          <a:stretch/>
        </p:blipFill>
        <p:spPr>
          <a:xfrm>
            <a:off x="5505416" y="1741320"/>
            <a:ext cx="914400" cy="914400"/>
          </a:xfrm>
          <a:prstGeom prst="rect">
            <a:avLst/>
          </a:prstGeom>
          <a:ln w="0">
            <a:noFill/>
          </a:ln>
        </p:spPr>
      </p:pic>
      <p:pic>
        <p:nvPicPr>
          <p:cNvPr id="219" name="Picture 218"/>
          <p:cNvPicPr/>
          <p:nvPr/>
        </p:nvPicPr>
        <p:blipFill>
          <a:blip r:embed="rId4"/>
          <a:stretch/>
        </p:blipFill>
        <p:spPr>
          <a:xfrm>
            <a:off x="4375999" y="3519471"/>
            <a:ext cx="886680" cy="886680"/>
          </a:xfrm>
          <a:prstGeom prst="rect">
            <a:avLst/>
          </a:prstGeom>
          <a:ln w="0">
            <a:noFill/>
          </a:ln>
        </p:spPr>
      </p:pic>
      <p:sp>
        <p:nvSpPr>
          <p:cNvPr id="220" name="Text 74"/>
          <p:cNvSpPr/>
          <p:nvPr/>
        </p:nvSpPr>
        <p:spPr>
          <a:xfrm>
            <a:off x="4454007" y="4435380"/>
            <a:ext cx="2099193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measure_cpu</a:t>
            </a:r>
            <a:r>
              <a:rPr lang="en-US" sz="1100" b="0" strike="noStrike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/gpu</a:t>
            </a:r>
            <a:r>
              <a:rPr lang="en-US" sz="1100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_e</a:t>
            </a:r>
            <a:r>
              <a:rPr lang="en-US" sz="1100" b="0" strike="noStrike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nergy.py</a:t>
            </a:r>
            <a:endParaRPr lang="en-US" sz="1100" b="0" strike="noStrike" spc="-1" noProof="0" dirty="0">
              <a:solidFill>
                <a:srgbClr val="0F2240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B0D321-C0CA-4984-0B4F-38DACD8C499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5735607" y="3520440"/>
            <a:ext cx="914400" cy="914400"/>
          </a:xfrm>
          <a:prstGeom prst="rect">
            <a:avLst/>
          </a:prstGeom>
          <a:ln w="0">
            <a:noFill/>
          </a:ln>
        </p:spPr>
      </p:pic>
      <p:sp>
        <p:nvSpPr>
          <p:cNvPr id="3" name="Plus Sign 2">
            <a:extLst>
              <a:ext uri="{FF2B5EF4-FFF2-40B4-BE49-F238E27FC236}">
                <a16:creationId xmlns:a16="http://schemas.microsoft.com/office/drawing/2014/main" id="{E9752B14-E8DD-E47C-CEB3-0D9EEF9EEEC4}"/>
              </a:ext>
            </a:extLst>
          </p:cNvPr>
          <p:cNvSpPr/>
          <p:nvPr/>
        </p:nvSpPr>
        <p:spPr>
          <a:xfrm>
            <a:off x="5300651" y="3804507"/>
            <a:ext cx="409054" cy="410839"/>
          </a:xfrm>
          <a:prstGeom prst="mathPlus">
            <a:avLst>
              <a:gd name="adj1" fmla="val 8790"/>
            </a:avLst>
          </a:prstGeom>
          <a:solidFill>
            <a:srgbClr val="0D9488"/>
          </a:solidFill>
          <a:ln>
            <a:solidFill>
              <a:srgbClr val="0F2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50D3F736-5A74-AB5A-52AF-7DEF3131CAE2}"/>
              </a:ext>
            </a:extLst>
          </p:cNvPr>
          <p:cNvSpPr/>
          <p:nvPr/>
        </p:nvSpPr>
        <p:spPr>
          <a:xfrm>
            <a:off x="6737139" y="1806878"/>
            <a:ext cx="578064" cy="2558122"/>
          </a:xfrm>
          <a:prstGeom prst="chevron">
            <a:avLst>
              <a:gd name="adj" fmla="val 61101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" name="Text 74">
            <a:extLst>
              <a:ext uri="{FF2B5EF4-FFF2-40B4-BE49-F238E27FC236}">
                <a16:creationId xmlns:a16="http://schemas.microsoft.com/office/drawing/2014/main" id="{7DCC568A-8A27-75E3-3955-1566B643A141}"/>
              </a:ext>
            </a:extLst>
          </p:cNvPr>
          <p:cNvSpPr/>
          <p:nvPr/>
        </p:nvSpPr>
        <p:spPr>
          <a:xfrm>
            <a:off x="5287626" y="2702520"/>
            <a:ext cx="1449513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survival_test</a:t>
            </a:r>
            <a:r>
              <a:rPr lang="en-US" sz="1100" b="0" strike="noStrike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.py</a:t>
            </a:r>
            <a:endParaRPr lang="en-US" sz="1100" b="0" strike="noStrike" spc="-1" noProof="0" dirty="0">
              <a:solidFill>
                <a:srgbClr val="0F224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3A1E5-A996-C044-AB06-880D8B33B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974" y="2543027"/>
            <a:ext cx="1428956" cy="14289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3ABD4D-F35A-F8F5-EF15-1FE745CB7ED2}"/>
              </a:ext>
            </a:extLst>
          </p:cNvPr>
          <p:cNvSpPr txBox="1"/>
          <p:nvPr/>
        </p:nvSpPr>
        <p:spPr>
          <a:xfrm>
            <a:off x="7287885" y="2028738"/>
            <a:ext cx="170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>
                <a:latin typeface="Trebuchet MS" panose="020B0603020202020204" pitchFamily="34" charset="0"/>
              </a:rPr>
              <a:t>Comparison and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F96DE-0EEB-311B-74E6-C4E9018E77DE}"/>
              </a:ext>
            </a:extLst>
          </p:cNvPr>
          <p:cNvSpPr txBox="1"/>
          <p:nvPr/>
        </p:nvSpPr>
        <p:spPr>
          <a:xfrm>
            <a:off x="-258482" y="1103402"/>
            <a:ext cx="4578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The Test Tuple</a:t>
            </a:r>
            <a:endParaRPr lang="en-US" sz="1200" b="0" strike="noStrike" spc="-1" noProof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nimBg="1"/>
      <p:bldP spid="210" grpId="0"/>
      <p:bldP spid="211" grpId="0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20" grpId="0"/>
      <p:bldP spid="3" grpId="0" animBg="1"/>
      <p:bldP spid="4" grpId="0" animBg="1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22" name="Shape 1"/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23" name="Text 2"/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Driving Test Scenario: Survival Test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04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365760" y="1463760"/>
            <a:ext cx="3930840" cy="1736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101520" dist="37674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26" name="Shape 5"/>
          <p:cNvSpPr/>
          <p:nvPr/>
        </p:nvSpPr>
        <p:spPr>
          <a:xfrm>
            <a:off x="365760" y="1463760"/>
            <a:ext cx="53640" cy="173628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27" name="Text 6"/>
          <p:cNvSpPr/>
          <p:nvPr/>
        </p:nvSpPr>
        <p:spPr>
          <a:xfrm>
            <a:off x="594360" y="1555200"/>
            <a:ext cx="35193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Why a Survival Test?</a:t>
            </a:r>
            <a:endParaRPr lang="en-US" sz="1400" b="0" strike="noStrike" spc="-1" noProof="0" dirty="0"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594360" y="1893600"/>
            <a:ext cx="3519360" cy="11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The ego vehicle drives autonomously for a fixed time window. The oracle checks continuously for safety violations — not just whether a goal was reached. This allows energy to be measured over a reproducible, fixed-duration scenario.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376200" y="3429000"/>
            <a:ext cx="39308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Test Execution Flow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467640" y="3913560"/>
            <a:ext cx="867600" cy="50184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1" name="Text 10"/>
          <p:cNvSpPr/>
          <p:nvPr/>
        </p:nvSpPr>
        <p:spPr>
          <a:xfrm>
            <a:off x="457200" y="3913560"/>
            <a:ext cx="9140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Spawn ego + 10 Vehicles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1336320" y="4123800"/>
            <a:ext cx="72000" cy="72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3" name="Shape 12"/>
          <p:cNvSpPr/>
          <p:nvPr/>
        </p:nvSpPr>
        <p:spPr>
          <a:xfrm>
            <a:off x="1427760" y="3913560"/>
            <a:ext cx="867600" cy="50184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4" name="Text 13"/>
          <p:cNvSpPr/>
          <p:nvPr/>
        </p:nvSpPr>
        <p:spPr>
          <a:xfrm>
            <a:off x="1427760" y="3913560"/>
            <a:ext cx="867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Enable autopilot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2296440" y="4123800"/>
            <a:ext cx="72000" cy="72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6" name="Shape 15"/>
          <p:cNvSpPr/>
          <p:nvPr/>
        </p:nvSpPr>
        <p:spPr>
          <a:xfrm>
            <a:off x="2387880" y="3913560"/>
            <a:ext cx="867600" cy="50184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7" name="Text 16"/>
          <p:cNvSpPr/>
          <p:nvPr/>
        </p:nvSpPr>
        <p:spPr>
          <a:xfrm>
            <a:off x="2387880" y="3913560"/>
            <a:ext cx="867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Run for 60 seconds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3256560" y="4123800"/>
            <a:ext cx="72000" cy="7200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39" name="Shape 18"/>
          <p:cNvSpPr/>
          <p:nvPr/>
        </p:nvSpPr>
        <p:spPr>
          <a:xfrm>
            <a:off x="3348000" y="3913560"/>
            <a:ext cx="867600" cy="50184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40" name="Text 19"/>
          <p:cNvSpPr/>
          <p:nvPr/>
        </p:nvSpPr>
        <p:spPr>
          <a:xfrm>
            <a:off x="3348000" y="3913560"/>
            <a:ext cx="86760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 noProof="0" dirty="0">
                <a:solidFill>
                  <a:srgbClr val="FFFFFF"/>
                </a:solidFill>
                <a:latin typeface="Calibri"/>
                <a:ea typeface="Calibri"/>
              </a:rPr>
              <a:t>Metrics Results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241" name="Text 24"/>
          <p:cNvSpPr/>
          <p:nvPr/>
        </p:nvSpPr>
        <p:spPr>
          <a:xfrm>
            <a:off x="4572000" y="1234440"/>
            <a:ext cx="429660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Oracle Metrics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4572000" y="1664280"/>
            <a:ext cx="4250880" cy="730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43" name="Shape 26"/>
          <p:cNvSpPr/>
          <p:nvPr/>
        </p:nvSpPr>
        <p:spPr>
          <a:xfrm>
            <a:off x="4572000" y="1664280"/>
            <a:ext cx="53640" cy="730440"/>
          </a:xfrm>
          <a:prstGeom prst="rect">
            <a:avLst/>
          </a:prstGeom>
          <a:solidFill>
            <a:srgbClr val="DC2626"/>
          </a:solidFill>
          <a:ln w="126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44" name="Text 27"/>
          <p:cNvSpPr/>
          <p:nvPr/>
        </p:nvSpPr>
        <p:spPr>
          <a:xfrm>
            <a:off x="4709160" y="1724703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Collisions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45" name="Text 28"/>
          <p:cNvSpPr/>
          <p:nvPr/>
        </p:nvSpPr>
        <p:spPr>
          <a:xfrm>
            <a:off x="4709160" y="1984320"/>
            <a:ext cx="39765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Detected via collision sensor.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246" name="Shape 29"/>
          <p:cNvSpPr/>
          <p:nvPr/>
        </p:nvSpPr>
        <p:spPr>
          <a:xfrm>
            <a:off x="4572000" y="2487240"/>
            <a:ext cx="4250880" cy="730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47" name="Shape 30"/>
          <p:cNvSpPr/>
          <p:nvPr/>
        </p:nvSpPr>
        <p:spPr>
          <a:xfrm>
            <a:off x="4572000" y="2487240"/>
            <a:ext cx="53640" cy="7304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48" name="Text 31"/>
          <p:cNvSpPr/>
          <p:nvPr/>
        </p:nvSpPr>
        <p:spPr>
          <a:xfrm>
            <a:off x="4709160" y="2555684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Lane Invasions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49" name="Text 32"/>
          <p:cNvSpPr/>
          <p:nvPr/>
        </p:nvSpPr>
        <p:spPr>
          <a:xfrm>
            <a:off x="4709160" y="2807280"/>
            <a:ext cx="39765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Each crossing is recorded with the marking type.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250" name="Shape 33"/>
          <p:cNvSpPr/>
          <p:nvPr/>
        </p:nvSpPr>
        <p:spPr>
          <a:xfrm>
            <a:off x="4572000" y="3310200"/>
            <a:ext cx="4250880" cy="730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51" name="Shape 34"/>
          <p:cNvSpPr/>
          <p:nvPr/>
        </p:nvSpPr>
        <p:spPr>
          <a:xfrm>
            <a:off x="4572000" y="3310200"/>
            <a:ext cx="53640" cy="73044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52" name="Text 35"/>
          <p:cNvSpPr/>
          <p:nvPr/>
        </p:nvSpPr>
        <p:spPr>
          <a:xfrm>
            <a:off x="4709160" y="338256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Forward Clearance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53" name="Text 36"/>
          <p:cNvSpPr/>
          <p:nvPr/>
        </p:nvSpPr>
        <p:spPr>
          <a:xfrm>
            <a:off x="4709160" y="3630240"/>
            <a:ext cx="39765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spc="-1" dirty="0">
                <a:solidFill>
                  <a:srgbClr val="64748B"/>
                </a:solidFill>
                <a:latin typeface="Calibri"/>
                <a:ea typeface="Calibri"/>
              </a:rPr>
              <a:t>Detected via Lidar sensor.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254" name="Shape 37"/>
          <p:cNvSpPr/>
          <p:nvPr/>
        </p:nvSpPr>
        <p:spPr>
          <a:xfrm>
            <a:off x="4572000" y="4133160"/>
            <a:ext cx="4250880" cy="730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55" name="Shape 38"/>
          <p:cNvSpPr/>
          <p:nvPr/>
        </p:nvSpPr>
        <p:spPr>
          <a:xfrm>
            <a:off x="4572000" y="4133160"/>
            <a:ext cx="53640" cy="7304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56" name="Text 39"/>
          <p:cNvSpPr/>
          <p:nvPr/>
        </p:nvSpPr>
        <p:spPr>
          <a:xfrm>
            <a:off x="4709160" y="4193583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Distance Traveled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57" name="Text 40"/>
          <p:cNvSpPr/>
          <p:nvPr/>
        </p:nvSpPr>
        <p:spPr>
          <a:xfrm>
            <a:off x="4709160" y="4453200"/>
            <a:ext cx="39765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Total ego displacement.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595080" y="1371600"/>
            <a:ext cx="351936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1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2" name="Text 2"/>
          <p:cNvSpPr/>
          <p:nvPr/>
        </p:nvSpPr>
        <p:spPr>
          <a:xfrm>
            <a:off x="457200" y="914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</a:rPr>
              <a:t>Baseline Configuration &amp; Oracle Calibration</a:t>
            </a:r>
          </a:p>
        </p:txBody>
      </p:sp>
      <p:sp>
        <p:nvSpPr>
          <p:cNvPr id="503" name="Text 3"/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</a:rPr>
              <a:t>05</a:t>
            </a:r>
          </a:p>
        </p:txBody>
      </p:sp>
      <p:sp>
        <p:nvSpPr>
          <p:cNvPr id="504" name="Shape 4"/>
          <p:cNvSpPr/>
          <p:nvPr/>
        </p:nvSpPr>
        <p:spPr>
          <a:xfrm>
            <a:off x="365760" y="1234440"/>
            <a:ext cx="3931560" cy="36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7674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5" name="Shape 5"/>
          <p:cNvSpPr/>
          <p:nvPr/>
        </p:nvSpPr>
        <p:spPr>
          <a:xfrm>
            <a:off x="365760" y="1234440"/>
            <a:ext cx="54360" cy="3658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6" name="Text 6"/>
          <p:cNvSpPr/>
          <p:nvPr/>
        </p:nvSpPr>
        <p:spPr>
          <a:xfrm>
            <a:off x="503640" y="132588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trike="noStrike" spc="-1" noProof="0" dirty="0">
                <a:solidFill>
                  <a:srgbClr val="1E293B"/>
                </a:solidFill>
                <a:latin typeface="Trebuchet MS"/>
              </a:rPr>
              <a:t>Baseline </a:t>
            </a:r>
            <a:r>
              <a:rPr lang="en-US" sz="1600" b="1" strike="noStrike" spc="-1" noProof="0" dirty="0">
                <a:solidFill>
                  <a:srgbClr val="1E293B"/>
                </a:solidFill>
                <a:latin typeface="Trebuchet MS"/>
              </a:rPr>
              <a:t>Configuration</a:t>
            </a:r>
            <a:r>
              <a:rPr lang="en-US" sz="1400" b="1" strike="noStrike" spc="-1" noProof="0" dirty="0">
                <a:solidFill>
                  <a:srgbClr val="1E293B"/>
                </a:solidFill>
                <a:latin typeface="Trebuchet MS"/>
              </a:rPr>
              <a:t> (c₀)</a:t>
            </a:r>
          </a:p>
        </p:txBody>
      </p:sp>
      <p:sp>
        <p:nvSpPr>
          <p:cNvPr id="507" name="Text 7"/>
          <p:cNvSpPr/>
          <p:nvPr/>
        </p:nvSpPr>
        <p:spPr>
          <a:xfrm>
            <a:off x="503640" y="3141700"/>
            <a:ext cx="3520080" cy="3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Map: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Town10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Quality level: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Epic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LiDAR points/s: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10k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Physics step: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Default (0.05)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Weather: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Default (clear noon)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NPC actors: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10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0F2240"/>
                </a:solidFill>
                <a:latin typeface="Trebuchet MS"/>
              </a:rPr>
              <a:t>Execution: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Synchronous mode</a:t>
            </a:r>
          </a:p>
        </p:txBody>
      </p:sp>
      <p:sp>
        <p:nvSpPr>
          <p:cNvPr id="508" name="Shape 8"/>
          <p:cNvSpPr/>
          <p:nvPr/>
        </p:nvSpPr>
        <p:spPr>
          <a:xfrm>
            <a:off x="4571820" y="1234440"/>
            <a:ext cx="4297320" cy="36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7674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09" name="Shape 9"/>
          <p:cNvSpPr/>
          <p:nvPr/>
        </p:nvSpPr>
        <p:spPr>
          <a:xfrm>
            <a:off x="4572000" y="1234440"/>
            <a:ext cx="54360" cy="3658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511" name="Text 11"/>
          <p:cNvSpPr/>
          <p:nvPr/>
        </p:nvSpPr>
        <p:spPr>
          <a:xfrm>
            <a:off x="4709160" y="1488859"/>
            <a:ext cx="397728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1" strike="noStrike" spc="-1" noProof="0" dirty="0">
                <a:solidFill>
                  <a:srgbClr val="0D9488"/>
                </a:solidFill>
                <a:latin typeface="Trebuchet MS"/>
              </a:rPr>
              <a:t>Oracle Observed </a:t>
            </a:r>
            <a:r>
              <a:rPr lang="en-US" sz="1600" b="1" strike="noStrike" spc="-1" noProof="0" dirty="0" err="1">
                <a:solidFill>
                  <a:srgbClr val="0D9488"/>
                </a:solidFill>
                <a:latin typeface="Trebuchet MS"/>
              </a:rPr>
              <a:t>Behaviour</a:t>
            </a:r>
            <a:endParaRPr lang="en-US" sz="1600" b="1" strike="noStrike" spc="-1" noProof="0" dirty="0">
              <a:solidFill>
                <a:srgbClr val="0D9488"/>
              </a:solidFill>
              <a:latin typeface="Trebuchet MS"/>
            </a:endParaRPr>
          </a:p>
        </p:txBody>
      </p:sp>
      <p:sp>
        <p:nvSpPr>
          <p:cNvPr id="512" name="Text 12"/>
          <p:cNvSpPr/>
          <p:nvPr/>
        </p:nvSpPr>
        <p:spPr>
          <a:xfrm>
            <a:off x="4709160" y="1758858"/>
            <a:ext cx="3977280" cy="8978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Calibri"/>
              </a:rPr>
              <a:t>Collisions: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Always 0 across all runs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Calibri"/>
              </a:rPr>
              <a:t>Lane invasions: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Broken lane marks only (not a violation)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Calibri"/>
              </a:rPr>
              <a:t>Distance traveled: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Varies between x and y (m)</a:t>
            </a:r>
          </a:p>
          <a:p>
            <a:pPr>
              <a:lnSpc>
                <a:spcPts val="1800"/>
              </a:lnSpc>
              <a:buNone/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Calibri"/>
              </a:rPr>
              <a:t>Min distance to NPC: </a:t>
            </a:r>
            <a:r>
              <a:rPr lang="en-US" sz="1100" b="0" strike="noStrike" spc="-1" noProof="0" dirty="0">
                <a:solidFill>
                  <a:srgbClr val="475569"/>
                </a:solidFill>
                <a:latin typeface="Calibri"/>
              </a:rPr>
              <a:t>Varies between a and b (m)</a:t>
            </a:r>
          </a:p>
        </p:txBody>
      </p:sp>
      <p:sp>
        <p:nvSpPr>
          <p:cNvPr id="513" name="Text 13"/>
          <p:cNvSpPr/>
          <p:nvPr/>
        </p:nvSpPr>
        <p:spPr>
          <a:xfrm>
            <a:off x="4709160" y="3329601"/>
            <a:ext cx="180000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 noProof="0" dirty="0">
                <a:solidFill>
                  <a:srgbClr val="16A34A"/>
                </a:solidFill>
                <a:latin typeface="Trebuchet MS"/>
              </a:rPr>
              <a:t>✓  PASS Oracle</a:t>
            </a:r>
          </a:p>
        </p:txBody>
      </p:sp>
      <p:sp>
        <p:nvSpPr>
          <p:cNvPr id="514" name="Text 14"/>
          <p:cNvSpPr/>
          <p:nvPr/>
        </p:nvSpPr>
        <p:spPr>
          <a:xfrm>
            <a:off x="4709160" y="3609601"/>
            <a:ext cx="180000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Ands Collisions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= 0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No invasion (except broken)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Distance traveled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≥ x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Min distance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≤ b</a:t>
            </a:r>
          </a:p>
        </p:txBody>
      </p:sp>
      <p:sp>
        <p:nvSpPr>
          <p:cNvPr id="515" name="Text 15"/>
          <p:cNvSpPr/>
          <p:nvPr/>
        </p:nvSpPr>
        <p:spPr>
          <a:xfrm>
            <a:off x="6600000" y="3329601"/>
            <a:ext cx="180000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1" strike="noStrike" spc="-1" noProof="0" dirty="0">
                <a:solidFill>
                  <a:srgbClr val="DC2626"/>
                </a:solidFill>
                <a:latin typeface="Trebuchet MS"/>
              </a:rPr>
              <a:t>✗  FAIL Oracle</a:t>
            </a:r>
          </a:p>
        </p:txBody>
      </p:sp>
      <p:sp>
        <p:nvSpPr>
          <p:cNvPr id="516" name="Text 16"/>
          <p:cNvSpPr/>
          <p:nvPr/>
        </p:nvSpPr>
        <p:spPr>
          <a:xfrm>
            <a:off x="6600000" y="3609601"/>
            <a:ext cx="180000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Ors Collisions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&gt; 0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Any non-broken lane invasion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Distance traveled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&gt; y</a:t>
            </a:r>
          </a:p>
          <a:p>
            <a:pPr>
              <a:lnSpc>
                <a:spcPts val="1400"/>
              </a:lnSpc>
              <a:buNone/>
            </a:pPr>
            <a:r>
              <a:rPr lang="en-US" sz="1050" b="0" strike="noStrike" spc="-1" noProof="0" dirty="0">
                <a:solidFill>
                  <a:srgbClr val="475569"/>
                </a:solidFill>
                <a:latin typeface="Calibri"/>
              </a:rPr>
              <a:t>Min distance </a:t>
            </a:r>
            <a:r>
              <a:rPr lang="en-US" sz="1050" b="1" strike="noStrike" spc="-1" noProof="0" dirty="0">
                <a:solidFill>
                  <a:srgbClr val="475569"/>
                </a:solidFill>
                <a:latin typeface="Calibri"/>
              </a:rPr>
              <a:t>&lt;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30922-3231-2629-C213-A95CCB46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651"/>
          <a:stretch>
            <a:fillRect/>
          </a:stretch>
        </p:blipFill>
        <p:spPr>
          <a:xfrm>
            <a:off x="594069" y="1704597"/>
            <a:ext cx="2768539" cy="1437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258"/>
          <p:cNvPicPr/>
          <p:nvPr/>
        </p:nvPicPr>
        <p:blipFill>
          <a:blip r:embed="rId3"/>
          <a:stretch/>
        </p:blipFill>
        <p:spPr>
          <a:xfrm>
            <a:off x="4681800" y="1527120"/>
            <a:ext cx="411480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pic>
        <p:nvPicPr>
          <p:cNvPr id="260" name="Picture 259"/>
          <p:cNvPicPr/>
          <p:nvPr/>
        </p:nvPicPr>
        <p:blipFill>
          <a:blip r:embed="rId4"/>
          <a:stretch/>
        </p:blipFill>
        <p:spPr>
          <a:xfrm>
            <a:off x="227880" y="1528200"/>
            <a:ext cx="411552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sp>
        <p:nvSpPr>
          <p:cNvPr id="261" name="Shape 60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2" name="Shape 61"/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3" name="Text 67"/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Batch Testing - Oracle Results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264" name="Text 68"/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06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5" name="Text 82"/>
          <p:cNvSpPr/>
          <p:nvPr/>
        </p:nvSpPr>
        <p:spPr>
          <a:xfrm>
            <a:off x="-95400" y="3994200"/>
            <a:ext cx="2971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PASS: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Collisions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= 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66" name="Text 84"/>
          <p:cNvSpPr/>
          <p:nvPr/>
        </p:nvSpPr>
        <p:spPr>
          <a:xfrm>
            <a:off x="36000" y="4361040"/>
            <a:ext cx="2647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FAIL: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Collisions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&gt; 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67" name="Text 92"/>
          <p:cNvSpPr/>
          <p:nvPr/>
        </p:nvSpPr>
        <p:spPr>
          <a:xfrm>
            <a:off x="4680000" y="121500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Distance Traveled: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8" name="Text 71"/>
          <p:cNvSpPr/>
          <p:nvPr/>
        </p:nvSpPr>
        <p:spPr>
          <a:xfrm>
            <a:off x="228600" y="3720960"/>
            <a:ext cx="16002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Oracle Baseline: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9" name="Text 69"/>
          <p:cNvSpPr/>
          <p:nvPr/>
        </p:nvSpPr>
        <p:spPr>
          <a:xfrm>
            <a:off x="228600" y="1143000"/>
            <a:ext cx="18277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Collisions: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70" name="Text 70"/>
          <p:cNvSpPr/>
          <p:nvPr/>
        </p:nvSpPr>
        <p:spPr>
          <a:xfrm>
            <a:off x="4764600" y="3994200"/>
            <a:ext cx="2971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PASS: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Distance Traveled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</a:t>
            </a:r>
            <a:r>
              <a:rPr lang="en-US" sz="1000" b="1" spc="-1" dirty="0">
                <a:solidFill>
                  <a:srgbClr val="0F2240"/>
                </a:solidFill>
                <a:latin typeface="Trebuchet MS"/>
                <a:ea typeface="Trebuchet MS"/>
              </a:rPr>
              <a:t>&lt;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dirty="0">
                <a:solidFill>
                  <a:srgbClr val="0F2240"/>
                </a:solidFill>
                <a:latin typeface="Trebuchet MS"/>
                <a:ea typeface="Trebuchet MS"/>
              </a:rPr>
              <a:t>5</a:t>
            </a:r>
            <a:r>
              <a:rPr lang="en-US" sz="1000" b="1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5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71" name="Text 72"/>
          <p:cNvSpPr/>
          <p:nvPr/>
        </p:nvSpPr>
        <p:spPr>
          <a:xfrm>
            <a:off x="4896000" y="4361040"/>
            <a:ext cx="2647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FAIL: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Distance Traveled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dirty="0">
                <a:solidFill>
                  <a:srgbClr val="0F2240"/>
                </a:solidFill>
                <a:latin typeface="Trebuchet MS"/>
                <a:ea typeface="Trebuchet MS"/>
              </a:rPr>
              <a:t>&lt;</a:t>
            </a:r>
            <a:r>
              <a:rPr lang="en-US" sz="1000" b="1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 </a:t>
            </a:r>
            <a:r>
              <a:rPr lang="en-US" sz="1000" b="1" spc="-1" dirty="0">
                <a:solidFill>
                  <a:srgbClr val="0F2240"/>
                </a:solidFill>
                <a:latin typeface="Trebuchet MS"/>
                <a:ea typeface="Trebuchet MS"/>
              </a:rPr>
              <a:t>1</a:t>
            </a:r>
            <a:r>
              <a:rPr lang="en-US" sz="1000" b="1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5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72" name="Text 73"/>
          <p:cNvSpPr/>
          <p:nvPr/>
        </p:nvSpPr>
        <p:spPr>
          <a:xfrm>
            <a:off x="4764600" y="3720960"/>
            <a:ext cx="16002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Oracle Baseline:</a:t>
            </a:r>
            <a:endParaRPr lang="en-US" sz="1100" b="0" strike="noStrike" spc="-1" noProof="0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5324D-6F4E-77A0-0A29-63CF34D495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00" y="1527121"/>
            <a:ext cx="41148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A79C4-BD27-B0C4-D628-DAE72560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258">
            <a:extLst>
              <a:ext uri="{FF2B5EF4-FFF2-40B4-BE49-F238E27FC236}">
                <a16:creationId xmlns:a16="http://schemas.microsoft.com/office/drawing/2014/main" id="{A610679E-F976-0860-4DA2-B510E8CA9B4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681800" y="1527120"/>
            <a:ext cx="411480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9F24CDD8-8CE8-A1C3-2A39-496A228D801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27880" y="1528200"/>
            <a:ext cx="411552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sp>
        <p:nvSpPr>
          <p:cNvPr id="261" name="Shape 60">
            <a:extLst>
              <a:ext uri="{FF2B5EF4-FFF2-40B4-BE49-F238E27FC236}">
                <a16:creationId xmlns:a16="http://schemas.microsoft.com/office/drawing/2014/main" id="{3774A19B-053E-CF46-DFD8-63425F4E2C7F}"/>
              </a:ext>
            </a:extLst>
          </p:cNvPr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2" name="Shape 61">
            <a:extLst>
              <a:ext uri="{FF2B5EF4-FFF2-40B4-BE49-F238E27FC236}">
                <a16:creationId xmlns:a16="http://schemas.microsoft.com/office/drawing/2014/main" id="{88305681-11C4-5210-86CE-35B53C7FA9E9}"/>
              </a:ext>
            </a:extLst>
          </p:cNvPr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3" name="Text 67">
            <a:extLst>
              <a:ext uri="{FF2B5EF4-FFF2-40B4-BE49-F238E27FC236}">
                <a16:creationId xmlns:a16="http://schemas.microsoft.com/office/drawing/2014/main" id="{3AE58C55-8A91-0460-94CB-B273F461C922}"/>
              </a:ext>
            </a:extLst>
          </p:cNvPr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Batch Testing - Oracle Results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264" name="Text 68">
            <a:extLst>
              <a:ext uri="{FF2B5EF4-FFF2-40B4-BE49-F238E27FC236}">
                <a16:creationId xmlns:a16="http://schemas.microsoft.com/office/drawing/2014/main" id="{3DE35C24-6DA2-87F6-0698-A735265F6ABA}"/>
              </a:ext>
            </a:extLst>
          </p:cNvPr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07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5" name="Text 82">
            <a:extLst>
              <a:ext uri="{FF2B5EF4-FFF2-40B4-BE49-F238E27FC236}">
                <a16:creationId xmlns:a16="http://schemas.microsoft.com/office/drawing/2014/main" id="{1EC15F43-9FF5-5D21-9755-CA5B69800186}"/>
              </a:ext>
            </a:extLst>
          </p:cNvPr>
          <p:cNvSpPr/>
          <p:nvPr/>
        </p:nvSpPr>
        <p:spPr>
          <a:xfrm>
            <a:off x="153251" y="3994200"/>
            <a:ext cx="2971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PASS: </a:t>
            </a:r>
            <a:r>
              <a:rPr lang="en-US" sz="100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Solid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 </a:t>
            </a:r>
            <a:r>
              <a:rPr lang="en-US" sz="100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Lane Mark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= 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66" name="Text 84">
            <a:extLst>
              <a:ext uri="{FF2B5EF4-FFF2-40B4-BE49-F238E27FC236}">
                <a16:creationId xmlns:a16="http://schemas.microsoft.com/office/drawing/2014/main" id="{A32524A5-8E2F-BBA9-CD76-A2F45822982E}"/>
              </a:ext>
            </a:extLst>
          </p:cNvPr>
          <p:cNvSpPr/>
          <p:nvPr/>
        </p:nvSpPr>
        <p:spPr>
          <a:xfrm>
            <a:off x="300694" y="4360384"/>
            <a:ext cx="2647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FAIL: </a:t>
            </a:r>
            <a:r>
              <a:rPr lang="en-US" sz="1000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Solid L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ane Mark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&gt; 0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67" name="Text 92">
            <a:extLst>
              <a:ext uri="{FF2B5EF4-FFF2-40B4-BE49-F238E27FC236}">
                <a16:creationId xmlns:a16="http://schemas.microsoft.com/office/drawing/2014/main" id="{590F9A68-E46C-D4A0-6269-C2857C5E2EE2}"/>
              </a:ext>
            </a:extLst>
          </p:cNvPr>
          <p:cNvSpPr/>
          <p:nvPr/>
        </p:nvSpPr>
        <p:spPr>
          <a:xfrm>
            <a:off x="4680000" y="121500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Forward Clearance: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8" name="Text 71">
            <a:extLst>
              <a:ext uri="{FF2B5EF4-FFF2-40B4-BE49-F238E27FC236}">
                <a16:creationId xmlns:a16="http://schemas.microsoft.com/office/drawing/2014/main" id="{483ECCCF-FDC1-5ECB-63B9-D0CF814815C9}"/>
              </a:ext>
            </a:extLst>
          </p:cNvPr>
          <p:cNvSpPr/>
          <p:nvPr/>
        </p:nvSpPr>
        <p:spPr>
          <a:xfrm>
            <a:off x="228600" y="3720960"/>
            <a:ext cx="16002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Oracle Baseline: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9" name="Text 69">
            <a:extLst>
              <a:ext uri="{FF2B5EF4-FFF2-40B4-BE49-F238E27FC236}">
                <a16:creationId xmlns:a16="http://schemas.microsoft.com/office/drawing/2014/main" id="{D6AEA9A4-2097-31FD-1F16-C8BCAD44E3F6}"/>
              </a:ext>
            </a:extLst>
          </p:cNvPr>
          <p:cNvSpPr/>
          <p:nvPr/>
        </p:nvSpPr>
        <p:spPr>
          <a:xfrm>
            <a:off x="228600" y="1143000"/>
            <a:ext cx="182772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Lane Invasions: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70" name="Text 70">
            <a:extLst>
              <a:ext uri="{FF2B5EF4-FFF2-40B4-BE49-F238E27FC236}">
                <a16:creationId xmlns:a16="http://schemas.microsoft.com/office/drawing/2014/main" id="{EB9D3326-F169-7F43-C3EC-31773F4D48F1}"/>
              </a:ext>
            </a:extLst>
          </p:cNvPr>
          <p:cNvSpPr/>
          <p:nvPr/>
        </p:nvSpPr>
        <p:spPr>
          <a:xfrm>
            <a:off x="4764600" y="3994200"/>
            <a:ext cx="2971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PASS: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Min Distance</a:t>
            </a:r>
            <a:r>
              <a:rPr lang="en-US" sz="1000" b="1" strike="noStrike" spc="-1" noProof="0" dirty="0">
                <a:solidFill>
                  <a:srgbClr val="16A34A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≥ 3 m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71" name="Text 72">
            <a:extLst>
              <a:ext uri="{FF2B5EF4-FFF2-40B4-BE49-F238E27FC236}">
                <a16:creationId xmlns:a16="http://schemas.microsoft.com/office/drawing/2014/main" id="{B0D307A7-917D-8A15-44B2-FC9E8501AA23}"/>
              </a:ext>
            </a:extLst>
          </p:cNvPr>
          <p:cNvSpPr/>
          <p:nvPr/>
        </p:nvSpPr>
        <p:spPr>
          <a:xfrm>
            <a:off x="4912042" y="4361040"/>
            <a:ext cx="264780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Oracle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FAIL: </a:t>
            </a:r>
            <a:r>
              <a:rPr lang="en-US" sz="1000" b="0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Min Distance</a:t>
            </a:r>
            <a:r>
              <a:rPr lang="en-US" sz="1000" b="1" strike="noStrike" spc="-1" noProof="0" dirty="0">
                <a:solidFill>
                  <a:srgbClr val="DC2626"/>
                </a:solidFill>
                <a:latin typeface="Trebuchet MS"/>
                <a:ea typeface="Trebuchet MS"/>
              </a:rPr>
              <a:t> </a:t>
            </a:r>
            <a:r>
              <a:rPr lang="en-US" sz="1000" b="1" strike="noStrike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&lt; </a:t>
            </a:r>
            <a:r>
              <a:rPr lang="en-US" sz="1000" b="1" spc="-1" noProof="0" dirty="0">
                <a:solidFill>
                  <a:srgbClr val="0F2240"/>
                </a:solidFill>
                <a:latin typeface="Trebuchet MS"/>
                <a:ea typeface="Trebuchet MS"/>
              </a:rPr>
              <a:t>3 m</a:t>
            </a:r>
            <a:endParaRPr lang="en-US" sz="1000" b="0" strike="noStrike" spc="-1" noProof="0" dirty="0">
              <a:latin typeface="Arial"/>
            </a:endParaRPr>
          </a:p>
        </p:txBody>
      </p:sp>
      <p:sp>
        <p:nvSpPr>
          <p:cNvPr id="272" name="Text 73">
            <a:extLst>
              <a:ext uri="{FF2B5EF4-FFF2-40B4-BE49-F238E27FC236}">
                <a16:creationId xmlns:a16="http://schemas.microsoft.com/office/drawing/2014/main" id="{03CBD617-15CB-7A9B-2901-4DF2B3F6D84A}"/>
              </a:ext>
            </a:extLst>
          </p:cNvPr>
          <p:cNvSpPr/>
          <p:nvPr/>
        </p:nvSpPr>
        <p:spPr>
          <a:xfrm>
            <a:off x="4764600" y="3720960"/>
            <a:ext cx="16002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Oracle Baseline:</a:t>
            </a:r>
            <a:endParaRPr lang="en-US" sz="1100" b="0" strike="noStrike" spc="-1" noProof="0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9DCF7-D67F-7AC9-D4EF-309D720B20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2" y="1536120"/>
            <a:ext cx="4114798" cy="20573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54EFAD-0698-9DD3-C049-6D8B9DEBE6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0" y="1527120"/>
            <a:ext cx="4114798" cy="20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0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cast from 04-28-2026 012702 PM(1)">
            <a:hlinkClick r:id="" action="ppaction://media"/>
            <a:extLst>
              <a:ext uri="{FF2B5EF4-FFF2-40B4-BE49-F238E27FC236}">
                <a16:creationId xmlns:a16="http://schemas.microsoft.com/office/drawing/2014/main" id="{68695353-B242-BBFA-9CAD-CE17A2D5D9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04838"/>
            <a:ext cx="9144000" cy="3932237"/>
          </a:xfrm>
          <a:prstGeom prst="rect">
            <a:avLst/>
          </a:prstGeom>
        </p:spPr>
      </p:pic>
      <p:sp>
        <p:nvSpPr>
          <p:cNvPr id="3" name="Text 68">
            <a:extLst>
              <a:ext uri="{FF2B5EF4-FFF2-40B4-BE49-F238E27FC236}">
                <a16:creationId xmlns:a16="http://schemas.microsoft.com/office/drawing/2014/main" id="{234F1A6E-544E-A8D0-F056-D5D4F48F029F}"/>
              </a:ext>
            </a:extLst>
          </p:cNvPr>
          <p:cNvSpPr/>
          <p:nvPr/>
        </p:nvSpPr>
        <p:spPr>
          <a:xfrm>
            <a:off x="115824" y="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08</a:t>
            </a:r>
            <a:endParaRPr lang="en-US" sz="1100" b="0" strike="noStrike" spc="-1" noProof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521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7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 Infrastructure</a:t>
            </a:r>
            <a:endParaRPr lang="en-US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noProof="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37744" y="1603406"/>
            <a:ext cx="3931920" cy="11688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237744" y="1603406"/>
            <a:ext cx="3931920" cy="54864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420624" y="169484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Energy  —  RAPL</a:t>
            </a:r>
            <a:endParaRPr lang="en-US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20624" y="208803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Average Power Limit (RAPL) provides hardware energy counters at the CPU package level.</a:t>
            </a:r>
            <a:endParaRPr lang="en-US" sz="1050" noProof="0" dirty="0"/>
          </a:p>
          <a:p>
            <a:pPr marL="0" indent="0">
              <a:buNone/>
            </a:pPr>
            <a:endParaRPr lang="en-US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37744" y="3249893"/>
            <a:ext cx="3931920" cy="120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237744" y="3249893"/>
            <a:ext cx="3931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420624" y="3313901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Energy  —  </a:t>
            </a:r>
            <a:r>
              <a:rPr lang="en-US" sz="1200" b="1" noProof="0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nvidia-smi</a:t>
            </a:r>
            <a:r>
              <a:rPr lang="en-US" sz="12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polling</a:t>
            </a:r>
            <a:endParaRPr lang="en-US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20624" y="3633941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measure_gpu_energy.py samples GPU power at a configurable interval (default 1 s). </a:t>
            </a:r>
            <a:endParaRPr lang="en-US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4700016" y="1893127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Layered Process Wrapping</a:t>
            </a:r>
            <a:endParaRPr lang="en-US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700016" y="2377759"/>
            <a:ext cx="4114800" cy="5486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4837176" y="2377759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measure_cpu_energy.py</a:t>
            </a:r>
            <a:endParaRPr lang="en-US" sz="1050" noProof="0" dirty="0"/>
          </a:p>
        </p:txBody>
      </p:sp>
      <p:sp>
        <p:nvSpPr>
          <p:cNvPr id="17" name="Shape 15"/>
          <p:cNvSpPr/>
          <p:nvPr/>
        </p:nvSpPr>
        <p:spPr>
          <a:xfrm>
            <a:off x="5020056" y="3063559"/>
            <a:ext cx="347472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5157216" y="3063559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measure_gpu_energy.py</a:t>
            </a:r>
            <a:endParaRPr lang="en-US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5340096" y="3749359"/>
            <a:ext cx="2834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8"/>
          <p:cNvSpPr/>
          <p:nvPr/>
        </p:nvSpPr>
        <p:spPr>
          <a:xfrm>
            <a:off x="5477256" y="3749359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survival_test.py</a:t>
            </a:r>
            <a:endParaRPr lang="en-US" sz="1050" noProof="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C9A559FB-FB5B-BADA-7C1B-5DAD1FBCAA71}"/>
              </a:ext>
            </a:extLst>
          </p:cNvPr>
          <p:cNvSpPr/>
          <p:nvPr/>
        </p:nvSpPr>
        <p:spPr>
          <a:xfrm>
            <a:off x="4383025" y="1697736"/>
            <a:ext cx="4693920" cy="548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97ACAE95-BD48-24A4-9763-6249FCC1C435}"/>
              </a:ext>
            </a:extLst>
          </p:cNvPr>
          <p:cNvSpPr/>
          <p:nvPr/>
        </p:nvSpPr>
        <p:spPr>
          <a:xfrm>
            <a:off x="4809745" y="16885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run_surviv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al_batch</a:t>
            </a:r>
            <a:r>
              <a:rPr lang="en-US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1050" noProof="0" dirty="0"/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DC48E067-B6AE-B2EB-ED3C-D3A80E7AC01D}"/>
              </a:ext>
            </a:extLst>
          </p:cNvPr>
          <p:cNvSpPr/>
          <p:nvPr/>
        </p:nvSpPr>
        <p:spPr>
          <a:xfrm>
            <a:off x="4215385" y="2310863"/>
            <a:ext cx="414528" cy="207264"/>
          </a:xfrm>
          <a:prstGeom prst="curvedUpArrow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860A36A4-0977-BAAD-C867-8B624B678B6D}"/>
              </a:ext>
            </a:extLst>
          </p:cNvPr>
          <p:cNvSpPr/>
          <p:nvPr/>
        </p:nvSpPr>
        <p:spPr>
          <a:xfrm flipH="1" flipV="1">
            <a:off x="4191001" y="2066544"/>
            <a:ext cx="414528" cy="207264"/>
          </a:xfrm>
          <a:prstGeom prst="curvedUpArrow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BF90FC-47BE-20B5-A931-3CF4B9942CF2}"/>
              </a:ext>
            </a:extLst>
          </p:cNvPr>
          <p:cNvSpPr txBox="1"/>
          <p:nvPr/>
        </p:nvSpPr>
        <p:spPr>
          <a:xfrm>
            <a:off x="4073653" y="2463396"/>
            <a:ext cx="115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b="1" i="1" dirty="0">
                <a:solidFill>
                  <a:srgbClr val="0F2240"/>
                </a:solidFill>
                <a:latin typeface="Trebuchet MS" panose="020B0603020202020204" pitchFamily="34" charset="0"/>
              </a:rPr>
              <a:t>N Tests</a:t>
            </a:r>
            <a:endParaRPr lang="pt-PT" sz="1200" b="1" i="1" dirty="0">
              <a:solidFill>
                <a:srgbClr val="0F224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A8F-7975-805D-4083-EA9BEB3B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975584-7541-B3FF-CD48-078E5494EEB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E0B730-53E3-D929-BE2F-3D15EB3CA8E3}"/>
              </a:ext>
            </a:extLst>
          </p:cNvPr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ED920B-D435-B872-6AF8-9EF22A513737}"/>
              </a:ext>
            </a:extLst>
          </p:cNvPr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 Infrastructure</a:t>
            </a:r>
            <a:endParaRPr lang="en-US" sz="26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B5C16C-3657-AE80-BF89-E90000E5260A}"/>
              </a:ext>
            </a:extLst>
          </p:cNvPr>
          <p:cNvSpPr/>
          <p:nvPr/>
        </p:nvSpPr>
        <p:spPr>
          <a:xfrm>
            <a:off x="457200" y="71323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27C563-68D3-D66C-9F8B-40EC5A22F03E}"/>
              </a:ext>
            </a:extLst>
          </p:cNvPr>
          <p:cNvSpPr/>
          <p:nvPr/>
        </p:nvSpPr>
        <p:spPr>
          <a:xfrm>
            <a:off x="697823" y="132428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run:</a:t>
            </a:r>
            <a:endParaRPr lang="en-US" sz="1400" noProof="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24F23FE-90AD-EE38-61D6-579E830FC52A}"/>
              </a:ext>
            </a:extLst>
          </p:cNvPr>
          <p:cNvSpPr/>
          <p:nvPr/>
        </p:nvSpPr>
        <p:spPr>
          <a:xfrm>
            <a:off x="743543" y="1754053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1A21E1-54A0-1E26-E00A-434835BF2B96}"/>
              </a:ext>
            </a:extLst>
          </p:cNvPr>
          <p:cNvSpPr/>
          <p:nvPr/>
        </p:nvSpPr>
        <p:spPr>
          <a:xfrm>
            <a:off x="898991" y="1671757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cpu_energy_table.md</a:t>
            </a:r>
            <a:endParaRPr lang="en-US" sz="1200" noProof="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BA44C0A-AD23-4239-1C7F-C2740C2BB67D}"/>
              </a:ext>
            </a:extLst>
          </p:cNvPr>
          <p:cNvSpPr/>
          <p:nvPr/>
        </p:nvSpPr>
        <p:spPr>
          <a:xfrm>
            <a:off x="743543" y="2000941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B9C302-DCB7-27F5-C462-1682C35310D2}"/>
              </a:ext>
            </a:extLst>
          </p:cNvPr>
          <p:cNvSpPr/>
          <p:nvPr/>
        </p:nvSpPr>
        <p:spPr>
          <a:xfrm>
            <a:off x="898991" y="1918645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gpu_energy_table.md</a:t>
            </a:r>
            <a:endParaRPr lang="en-US" sz="1200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4AC7EF7-ECE4-4E3B-0ADA-1FDC479E199D}"/>
              </a:ext>
            </a:extLst>
          </p:cNvPr>
          <p:cNvSpPr/>
          <p:nvPr/>
        </p:nvSpPr>
        <p:spPr>
          <a:xfrm>
            <a:off x="743543" y="2247829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062F477-0143-FC2B-17D4-142B3AF56C17}"/>
              </a:ext>
            </a:extLst>
          </p:cNvPr>
          <p:cNvSpPr/>
          <p:nvPr/>
        </p:nvSpPr>
        <p:spPr>
          <a:xfrm>
            <a:off x="898991" y="2165533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gpu_log_run_N.csv</a:t>
            </a:r>
            <a:endParaRPr lang="en-US" sz="1200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0ADECA-4B27-7ED6-D317-057D1135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57" y="2945282"/>
            <a:ext cx="2015695" cy="1939011"/>
          </a:xfrm>
          <a:prstGeom prst="rect">
            <a:avLst/>
          </a:prstGeom>
        </p:spPr>
      </p:pic>
      <p:sp>
        <p:nvSpPr>
          <p:cNvPr id="43" name="Text 74">
            <a:extLst>
              <a:ext uri="{FF2B5EF4-FFF2-40B4-BE49-F238E27FC236}">
                <a16:creationId xmlns:a16="http://schemas.microsoft.com/office/drawing/2014/main" id="{F071FD2D-1734-09D0-C5A5-D48F87C413A3}"/>
              </a:ext>
            </a:extLst>
          </p:cNvPr>
          <p:cNvSpPr/>
          <p:nvPr/>
        </p:nvSpPr>
        <p:spPr>
          <a:xfrm>
            <a:off x="2325624" y="2630331"/>
            <a:ext cx="1546939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g</a:t>
            </a:r>
            <a:r>
              <a:rPr lang="en-US" sz="1100" b="0" strike="noStrike" spc="-1" noProof="0" dirty="0">
                <a:solidFill>
                  <a:srgbClr val="0F2240"/>
                </a:solidFill>
                <a:latin typeface="Consolas" panose="020B0609020204030204" pitchFamily="49" charset="0"/>
                <a:ea typeface="Trebuchet MS"/>
              </a:rPr>
              <a:t>pu_log_run_1.csv</a:t>
            </a:r>
            <a:endParaRPr lang="en-US" sz="1100" b="0" strike="noStrike" spc="-1" noProof="0" dirty="0">
              <a:solidFill>
                <a:srgbClr val="0F224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D08357-27D2-5BE4-89E9-46F9421A4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402638"/>
              </p:ext>
            </p:extLst>
          </p:nvPr>
        </p:nvGraphicFramePr>
        <p:xfrm>
          <a:off x="4319356" y="3355025"/>
          <a:ext cx="4363883" cy="137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12">
                  <a:extLst>
                    <a:ext uri="{9D8B030D-6E8A-4147-A177-3AD203B41FA5}">
                      <a16:colId xmlns:a16="http://schemas.microsoft.com/office/drawing/2014/main" val="2800997889"/>
                    </a:ext>
                  </a:extLst>
                </a:gridCol>
                <a:gridCol w="656070">
                  <a:extLst>
                    <a:ext uri="{9D8B030D-6E8A-4147-A177-3AD203B41FA5}">
                      <a16:colId xmlns:a16="http://schemas.microsoft.com/office/drawing/2014/main" val="69039269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29385890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4014106011"/>
                    </a:ext>
                  </a:extLst>
                </a:gridCol>
                <a:gridCol w="1074737">
                  <a:extLst>
                    <a:ext uri="{9D8B030D-6E8A-4147-A177-3AD203B41FA5}">
                      <a16:colId xmlns:a16="http://schemas.microsoft.com/office/drawing/2014/main" val="706207141"/>
                    </a:ext>
                  </a:extLst>
                </a:gridCol>
                <a:gridCol w="669621">
                  <a:extLst>
                    <a:ext uri="{9D8B030D-6E8A-4147-A177-3AD203B41FA5}">
                      <a16:colId xmlns:a16="http://schemas.microsoft.com/office/drawing/2014/main" val="2383469502"/>
                    </a:ext>
                  </a:extLst>
                </a:gridCol>
              </a:tblGrid>
              <a:tr h="305725">
                <a:tc>
                  <a:txBody>
                    <a:bodyPr/>
                    <a:lstStyle/>
                    <a:p>
                      <a:r>
                        <a:rPr lang="fr-CH" sz="800" dirty="0"/>
                        <a:t>Run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/>
                        <a:t>Delta E(J)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Avg</a:t>
                      </a:r>
                      <a:r>
                        <a:rPr lang="fr-CH" sz="800" dirty="0"/>
                        <a:t> Power (W)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/>
                        <a:t>Samples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SampleInterval</a:t>
                      </a:r>
                      <a:r>
                        <a:rPr lang="fr-CH" sz="800" dirty="0"/>
                        <a:t> (s)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/>
                        <a:t>Time (s)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48418"/>
                  </a:ext>
                </a:extLst>
              </a:tr>
              <a:tr h="204335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2413.597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37.062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1.0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65.19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416180"/>
                  </a:ext>
                </a:extLst>
              </a:tr>
              <a:tr h="204335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2402.098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36.843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1.0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65.27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00650"/>
                  </a:ext>
                </a:extLst>
              </a:tr>
              <a:tr h="204335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2428.818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37.067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1.0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65.60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28375"/>
                  </a:ext>
                </a:extLst>
              </a:tr>
              <a:tr h="204335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4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2424.002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37.028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1.0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65.54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624030"/>
                  </a:ext>
                </a:extLst>
              </a:tr>
              <a:tr h="204335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5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2419.484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37.080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1.0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65.32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859522"/>
                  </a:ext>
                </a:extLst>
              </a:tr>
            </a:tbl>
          </a:graphicData>
        </a:graphic>
      </p:graphicFrame>
      <p:sp>
        <p:nvSpPr>
          <p:cNvPr id="7" name="Text 69">
            <a:extLst>
              <a:ext uri="{FF2B5EF4-FFF2-40B4-BE49-F238E27FC236}">
                <a16:creationId xmlns:a16="http://schemas.microsoft.com/office/drawing/2014/main" id="{F3E98EEC-4885-D220-8490-C84E195877B9}"/>
              </a:ext>
            </a:extLst>
          </p:cNvPr>
          <p:cNvSpPr/>
          <p:nvPr/>
        </p:nvSpPr>
        <p:spPr>
          <a:xfrm>
            <a:off x="4319356" y="1187556"/>
            <a:ext cx="2298023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pc="-1" dirty="0">
                <a:solidFill>
                  <a:srgbClr val="1E293B"/>
                </a:solidFill>
                <a:latin typeface="Trebuchet MS"/>
                <a:ea typeface="Trebuchet MS"/>
              </a:rPr>
              <a:t>C</a:t>
            </a: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PU Energy Breakdown Table</a:t>
            </a:r>
            <a:endParaRPr lang="en-US" sz="1100" b="0" strike="noStrike" spc="-1" noProof="0" dirty="0">
              <a:latin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37B79F-C58D-E51B-D598-B6B286C2F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620169"/>
              </p:ext>
            </p:extLst>
          </p:nvPr>
        </p:nvGraphicFramePr>
        <p:xfrm>
          <a:off x="4319356" y="1531087"/>
          <a:ext cx="4363884" cy="137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284">
                  <a:extLst>
                    <a:ext uri="{9D8B030D-6E8A-4147-A177-3AD203B41FA5}">
                      <a16:colId xmlns:a16="http://schemas.microsoft.com/office/drawing/2014/main" val="2800997889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303942941"/>
                    </a:ext>
                  </a:extLst>
                </a:gridCol>
                <a:gridCol w="970788">
                  <a:extLst>
                    <a:ext uri="{9D8B030D-6E8A-4147-A177-3AD203B41FA5}">
                      <a16:colId xmlns:a16="http://schemas.microsoft.com/office/drawing/2014/main" val="690392695"/>
                    </a:ext>
                  </a:extLst>
                </a:gridCol>
                <a:gridCol w="1010412">
                  <a:extLst>
                    <a:ext uri="{9D8B030D-6E8A-4147-A177-3AD203B41FA5}">
                      <a16:colId xmlns:a16="http://schemas.microsoft.com/office/drawing/2014/main" val="2929385890"/>
                    </a:ext>
                  </a:extLst>
                </a:gridCol>
                <a:gridCol w="586741">
                  <a:extLst>
                    <a:ext uri="{9D8B030D-6E8A-4147-A177-3AD203B41FA5}">
                      <a16:colId xmlns:a16="http://schemas.microsoft.com/office/drawing/2014/main" val="706207141"/>
                    </a:ext>
                  </a:extLst>
                </a:gridCol>
                <a:gridCol w="697479">
                  <a:extLst>
                    <a:ext uri="{9D8B030D-6E8A-4147-A177-3AD203B41FA5}">
                      <a16:colId xmlns:a16="http://schemas.microsoft.com/office/drawing/2014/main" val="2383469502"/>
                    </a:ext>
                  </a:extLst>
                </a:gridCol>
              </a:tblGrid>
              <a:tr h="228754">
                <a:tc>
                  <a:txBody>
                    <a:bodyPr/>
                    <a:lstStyle/>
                    <a:p>
                      <a:r>
                        <a:rPr lang="fr-CH" sz="800" dirty="0"/>
                        <a:t>Run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DeltaE</a:t>
                      </a:r>
                      <a:r>
                        <a:rPr lang="fr-CH" sz="800" dirty="0"/>
                        <a:t> (J)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E_start</a:t>
                      </a:r>
                      <a:r>
                        <a:rPr lang="fr-CH" sz="800" dirty="0"/>
                        <a:t> (</a:t>
                      </a:r>
                      <a:r>
                        <a:rPr lang="fr-CH" sz="800" dirty="0" err="1"/>
                        <a:t>uJ</a:t>
                      </a:r>
                      <a:r>
                        <a:rPr lang="fr-CH" sz="800" dirty="0"/>
                        <a:t>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E_end</a:t>
                      </a:r>
                      <a:r>
                        <a:rPr lang="fr-CH" sz="800" dirty="0"/>
                        <a:t> (</a:t>
                      </a:r>
                      <a:r>
                        <a:rPr lang="fr-CH" sz="800" dirty="0" err="1"/>
                        <a:t>uJ</a:t>
                      </a:r>
                      <a:r>
                        <a:rPr lang="fr-CH" sz="800" dirty="0"/>
                        <a:t>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/>
                        <a:t>Time (s)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800" dirty="0" err="1"/>
                        <a:t>P_avg</a:t>
                      </a:r>
                      <a:r>
                        <a:rPr lang="fr-CH" sz="800" dirty="0"/>
                        <a:t> (W)</a:t>
                      </a:r>
                      <a:endParaRPr lang="pt-PT" sz="800" dirty="0"/>
                    </a:p>
                  </a:txBody>
                  <a:tcPr>
                    <a:solidFill>
                      <a:srgbClr val="0F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48418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1554.130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210,445,140,458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211,999,270,024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65.19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23.839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41618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1563.608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212,000,327,080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213,563,925,442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65.27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23.955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40065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3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1585.275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213,564,842,432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215,150,117,549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65.60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24.166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2837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4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1549.489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215,151,274,101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216,700,762,688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65.54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23.641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62403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5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1557.191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216,701,729,055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218,258,920,320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65.32</a:t>
                      </a:r>
                      <a:endParaRPr lang="pt-PT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CH" sz="800" dirty="0"/>
                        <a:t>23.838</a:t>
                      </a:r>
                      <a:endParaRPr lang="pt-PT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859522"/>
                  </a:ext>
                </a:extLst>
              </a:tr>
            </a:tbl>
          </a:graphicData>
        </a:graphic>
      </p:graphicFrame>
      <p:sp>
        <p:nvSpPr>
          <p:cNvPr id="9" name="Text 69">
            <a:extLst>
              <a:ext uri="{FF2B5EF4-FFF2-40B4-BE49-F238E27FC236}">
                <a16:creationId xmlns:a16="http://schemas.microsoft.com/office/drawing/2014/main" id="{218547A0-494B-D388-7314-FA4DE9C3A064}"/>
              </a:ext>
            </a:extLst>
          </p:cNvPr>
          <p:cNvSpPr/>
          <p:nvPr/>
        </p:nvSpPr>
        <p:spPr>
          <a:xfrm>
            <a:off x="4319355" y="3040027"/>
            <a:ext cx="2298023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GPU Energy Breakdown Table</a:t>
            </a:r>
            <a:endParaRPr lang="en-US" sz="1100" b="0" strike="noStrike" spc="-1" noProof="0" dirty="0"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5A60E-6D57-F1F5-DB4B-5503B6DE8174}"/>
                  </a:ext>
                </a:extLst>
              </p:cNvPr>
              <p:cNvSpPr txBox="1"/>
              <p:nvPr/>
            </p:nvSpPr>
            <p:spPr>
              <a:xfrm>
                <a:off x="351155" y="3493357"/>
                <a:ext cx="1589666" cy="713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</a:rPr>
                            <m:t>𝐺𝑃𝑈</m:t>
                          </m:r>
                        </m:sub>
                      </m:sSub>
                      <m:r>
                        <a:rPr lang="pt-PT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pt-PT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H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PT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fr-CH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PT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l-G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pt-PT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5A60E-6D57-F1F5-DB4B-5503B6DE8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5" y="3493357"/>
                <a:ext cx="1589666" cy="713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91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77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78" name="Text 2"/>
          <p:cNvSpPr/>
          <p:nvPr/>
        </p:nvSpPr>
        <p:spPr>
          <a:xfrm>
            <a:off x="457200" y="914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Environment Configuration Space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11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365760" y="1234440"/>
            <a:ext cx="411444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7674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Shape 5"/>
          <p:cNvSpPr/>
          <p:nvPr/>
        </p:nvSpPr>
        <p:spPr>
          <a:xfrm>
            <a:off x="365760" y="1234440"/>
            <a:ext cx="4114440" cy="5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82" name="Text 6"/>
          <p:cNvSpPr/>
          <p:nvPr/>
        </p:nvSpPr>
        <p:spPr>
          <a:xfrm>
            <a:off x="548640" y="13258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Execution-Level Parameters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548640" y="181044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i="1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Affect how the simulation runs — not the scenario itself. Primary candidates for energy reduction without verdict impact.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567000" y="2676144"/>
            <a:ext cx="109440" cy="109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85" name="Text 9"/>
          <p:cNvSpPr/>
          <p:nvPr/>
        </p:nvSpPr>
        <p:spPr>
          <a:xfrm>
            <a:off x="731520" y="257868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Rendering quality (low / epic) 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567000" y="3041904"/>
            <a:ext cx="109440" cy="109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87" name="Text 11"/>
          <p:cNvSpPr/>
          <p:nvPr/>
        </p:nvSpPr>
        <p:spPr>
          <a:xfrm>
            <a:off x="731520" y="294444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Visualization resolution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567000" y="3407664"/>
            <a:ext cx="109440" cy="109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89" name="Text 13"/>
          <p:cNvSpPr/>
          <p:nvPr/>
        </p:nvSpPr>
        <p:spPr>
          <a:xfrm>
            <a:off x="731520" y="331020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Headless vs graphical mode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567000" y="3773424"/>
            <a:ext cx="109440" cy="109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1" name="Text 15"/>
          <p:cNvSpPr/>
          <p:nvPr/>
        </p:nvSpPr>
        <p:spPr>
          <a:xfrm>
            <a:off x="731520" y="367596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Logging level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567000" y="4139184"/>
            <a:ext cx="109440" cy="109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3" name="Text 17"/>
          <p:cNvSpPr/>
          <p:nvPr/>
        </p:nvSpPr>
        <p:spPr>
          <a:xfrm>
            <a:off x="731520" y="404172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Sensor recording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548640" y="4389120"/>
            <a:ext cx="1828440" cy="255600"/>
          </a:xfrm>
          <a:prstGeom prst="roundRect">
            <a:avLst>
              <a:gd name="adj" fmla="val 35714"/>
            </a:avLst>
          </a:prstGeom>
          <a:solidFill>
            <a:srgbClr val="DCFCE7"/>
          </a:solidFill>
          <a:ln w="12700">
            <a:solidFill>
              <a:srgbClr val="DCFC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5" name="Text 19"/>
          <p:cNvSpPr/>
          <p:nvPr/>
        </p:nvSpPr>
        <p:spPr>
          <a:xfrm>
            <a:off x="548640" y="43891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1" spc="-1" noProof="0" dirty="0">
                <a:solidFill>
                  <a:srgbClr val="16803A"/>
                </a:solidFill>
                <a:latin typeface="Calibri"/>
              </a:rPr>
              <a:t>O</a:t>
            </a:r>
            <a:r>
              <a:rPr lang="en-US" sz="850" b="1" strike="noStrike" spc="-1" noProof="0" dirty="0">
                <a:solidFill>
                  <a:srgbClr val="16803A"/>
                </a:solidFill>
                <a:latin typeface="Calibri"/>
              </a:rPr>
              <a:t>racle Impact Unlikely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4846320" y="1234440"/>
            <a:ext cx="4114440" cy="356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101520" dist="37674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97" name="Shape 21"/>
          <p:cNvSpPr/>
          <p:nvPr/>
        </p:nvSpPr>
        <p:spPr>
          <a:xfrm>
            <a:off x="4846320" y="1234440"/>
            <a:ext cx="4114440" cy="5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>
              <a:solidFill>
                <a:srgbClr val="D97706"/>
              </a:solidFill>
            </a:endParaRPr>
          </a:p>
        </p:txBody>
      </p:sp>
      <p:sp>
        <p:nvSpPr>
          <p:cNvPr id="198" name="Text 22"/>
          <p:cNvSpPr/>
          <p:nvPr/>
        </p:nvSpPr>
        <p:spPr>
          <a:xfrm>
            <a:off x="5029200" y="13258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Simulation-Dynamics Parameters</a:t>
            </a:r>
            <a:endParaRPr lang="en-US" sz="1200" b="0" strike="noStrike" spc="-1" noProof="0" dirty="0"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5029200" y="1810440"/>
            <a:ext cx="37486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i="1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May affect the </a:t>
            </a:r>
            <a:r>
              <a:rPr lang="en-US" sz="950" b="0" i="1" strike="noStrike" spc="-1" noProof="0" dirty="0" err="1">
                <a:solidFill>
                  <a:srgbClr val="64748B"/>
                </a:solidFill>
                <a:latin typeface="Calibri"/>
                <a:ea typeface="Calibri"/>
              </a:rPr>
              <a:t>behaviour</a:t>
            </a:r>
            <a:r>
              <a:rPr lang="en-US" sz="950" b="0" i="1" strike="noStrike" spc="-1" noProof="0" dirty="0">
                <a:solidFill>
                  <a:srgbClr val="64748B"/>
                </a:solidFill>
                <a:latin typeface="Calibri"/>
                <a:ea typeface="Calibri"/>
              </a:rPr>
              <a:t> of the simulation world itself. Trade-offs between realism and efficiency.</a:t>
            </a:r>
            <a:endParaRPr lang="en-US" sz="950" b="0" strike="noStrike" spc="-1" noProof="0" dirty="0">
              <a:latin typeface="Arial"/>
            </a:endParaRPr>
          </a:p>
        </p:txBody>
      </p:sp>
      <p:sp>
        <p:nvSpPr>
          <p:cNvPr id="200" name="Shape 24"/>
          <p:cNvSpPr/>
          <p:nvPr/>
        </p:nvSpPr>
        <p:spPr>
          <a:xfrm>
            <a:off x="5047560" y="2676144"/>
            <a:ext cx="109440" cy="109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1" name="Text 25"/>
          <p:cNvSpPr/>
          <p:nvPr/>
        </p:nvSpPr>
        <p:spPr>
          <a:xfrm>
            <a:off x="5212080" y="257868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spc="-1" noProof="0" dirty="0">
                <a:solidFill>
                  <a:srgbClr val="1E293B"/>
                </a:solidFill>
                <a:latin typeface="Calibri"/>
                <a:ea typeface="Calibri"/>
              </a:rPr>
              <a:t>Weather complexity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202" name="Shape 26"/>
          <p:cNvSpPr/>
          <p:nvPr/>
        </p:nvSpPr>
        <p:spPr>
          <a:xfrm>
            <a:off x="5047560" y="3041904"/>
            <a:ext cx="109440" cy="109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3" name="Text 27"/>
          <p:cNvSpPr/>
          <p:nvPr/>
        </p:nvSpPr>
        <p:spPr>
          <a:xfrm>
            <a:off x="5212080" y="294444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Sensor update frequency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204" name="Shape 28"/>
          <p:cNvSpPr/>
          <p:nvPr/>
        </p:nvSpPr>
        <p:spPr>
          <a:xfrm>
            <a:off x="5047560" y="3407664"/>
            <a:ext cx="109440" cy="109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5" name="Text 29"/>
          <p:cNvSpPr/>
          <p:nvPr/>
        </p:nvSpPr>
        <p:spPr>
          <a:xfrm>
            <a:off x="5212080" y="331020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Number of NPC actors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206" name="Shape 30"/>
          <p:cNvSpPr/>
          <p:nvPr/>
        </p:nvSpPr>
        <p:spPr>
          <a:xfrm>
            <a:off x="5047560" y="3773424"/>
            <a:ext cx="109440" cy="109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7" name="Text 31"/>
          <p:cNvSpPr/>
          <p:nvPr/>
        </p:nvSpPr>
        <p:spPr>
          <a:xfrm>
            <a:off x="5212080" y="367596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Traffic density</a:t>
            </a:r>
            <a:endParaRPr lang="en-US" sz="1050" b="0" strike="noStrike" spc="-1" noProof="0" dirty="0">
              <a:latin typeface="Arial"/>
            </a:endParaRPr>
          </a:p>
        </p:txBody>
      </p:sp>
      <p:sp>
        <p:nvSpPr>
          <p:cNvPr id="208" name="Shape 32"/>
          <p:cNvSpPr/>
          <p:nvPr/>
        </p:nvSpPr>
        <p:spPr>
          <a:xfrm>
            <a:off x="5047560" y="4139184"/>
            <a:ext cx="109440" cy="109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09" name="Text 33"/>
          <p:cNvSpPr/>
          <p:nvPr/>
        </p:nvSpPr>
        <p:spPr>
          <a:xfrm>
            <a:off x="5212080" y="404172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050" spc="-1" noProof="0" dirty="0">
                <a:solidFill>
                  <a:srgbClr val="1E293B"/>
                </a:solidFill>
                <a:latin typeface="Calibri"/>
                <a:ea typeface="Calibri"/>
              </a:rPr>
              <a:t>Physics step size</a:t>
            </a:r>
            <a:endParaRPr lang="en-US" sz="1050" spc="-1" noProof="0" dirty="0"/>
          </a:p>
        </p:txBody>
      </p:sp>
      <p:sp>
        <p:nvSpPr>
          <p:cNvPr id="210" name="Shape 34"/>
          <p:cNvSpPr/>
          <p:nvPr/>
        </p:nvSpPr>
        <p:spPr>
          <a:xfrm>
            <a:off x="5029200" y="4389120"/>
            <a:ext cx="1828440" cy="255600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11" name="Text 35"/>
          <p:cNvSpPr/>
          <p:nvPr/>
        </p:nvSpPr>
        <p:spPr>
          <a:xfrm>
            <a:off x="5029200" y="43891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1" strike="noStrike" spc="-1" noProof="0" dirty="0">
                <a:solidFill>
                  <a:srgbClr val="92400E"/>
                </a:solidFill>
                <a:latin typeface="Calibri"/>
              </a:rPr>
              <a:t>Oracle Impact </a:t>
            </a:r>
            <a:r>
              <a:rPr lang="en-US" sz="850" b="1" spc="-1" noProof="0" dirty="0">
                <a:solidFill>
                  <a:srgbClr val="92400E"/>
                </a:solidFill>
                <a:latin typeface="Calibri"/>
              </a:rPr>
              <a:t>P</a:t>
            </a:r>
            <a:r>
              <a:rPr lang="en-US" sz="850" b="1" strike="noStrike" spc="-1" noProof="0" dirty="0">
                <a:solidFill>
                  <a:srgbClr val="92400E"/>
                </a:solidFill>
                <a:latin typeface="Calibri"/>
              </a:rPr>
              <a:t>ossible</a:t>
            </a:r>
            <a:endParaRPr lang="en-US" sz="850" b="0" strike="noStrike" spc="-1" noProof="0" dirty="0">
              <a:latin typeface="Arial"/>
            </a:endParaRPr>
          </a:p>
        </p:txBody>
      </p:sp>
      <p:sp>
        <p:nvSpPr>
          <p:cNvPr id="2" name="Text 25">
            <a:extLst>
              <a:ext uri="{FF2B5EF4-FFF2-40B4-BE49-F238E27FC236}">
                <a16:creationId xmlns:a16="http://schemas.microsoft.com/office/drawing/2014/main" id="{19C12602-BDB1-E125-611B-0845CA52B0D5}"/>
              </a:ext>
            </a:extLst>
          </p:cNvPr>
          <p:cNvSpPr/>
          <p:nvPr/>
        </p:nvSpPr>
        <p:spPr>
          <a:xfrm>
            <a:off x="6393734" y="2578681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pc="-1" noProof="0" dirty="0">
                <a:solidFill>
                  <a:srgbClr val="1E293B"/>
                </a:solidFill>
                <a:latin typeface="Calibri"/>
                <a:ea typeface="Calibri"/>
              </a:rPr>
              <a:t>-  </a:t>
            </a:r>
            <a:r>
              <a:rPr lang="en-US" sz="1050" b="1" strike="noStrike" spc="-1" noProof="0" dirty="0">
                <a:solidFill>
                  <a:srgbClr val="1E293B"/>
                </a:solidFill>
                <a:latin typeface="Calibri"/>
                <a:ea typeface="Calibri"/>
              </a:rPr>
              <a:t>Default &amp; Har</a:t>
            </a:r>
            <a:r>
              <a:rPr lang="en-US" sz="1050" b="1" spc="-1" noProof="0" dirty="0">
                <a:solidFill>
                  <a:srgbClr val="1E293B"/>
                </a:solidFill>
                <a:latin typeface="Calibri"/>
                <a:ea typeface="Calibri"/>
              </a:rPr>
              <a:t>d Rain Sunset</a:t>
            </a:r>
            <a:endParaRPr lang="en-US" sz="1050" b="1" strike="noStrike" spc="-1" noProof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2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w_low">
            <a:extLst>
              <a:ext uri="{FF2B5EF4-FFF2-40B4-BE49-F238E27FC236}">
                <a16:creationId xmlns:a16="http://schemas.microsoft.com/office/drawing/2014/main" id="{F653BEAC-76F7-F1C2-66C7-123795DD7374}"/>
              </a:ext>
            </a:extLst>
          </p:cNvPr>
          <p:cNvSpPr/>
          <p:nvPr/>
        </p:nvSpPr>
        <p:spPr>
          <a:xfrm>
            <a:off x="876383" y="3449902"/>
            <a:ext cx="663499" cy="1594800"/>
          </a:xfrm>
          <a:prstGeom prst="rect">
            <a:avLst/>
          </a:prstGeom>
          <a:solidFill>
            <a:srgbClr val="0D9488"/>
          </a:solidFill>
          <a:ln w="0">
            <a:solidFill>
              <a:srgbClr val="0D94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Low</a:t>
            </a:r>
          </a:p>
        </p:txBody>
      </p:sp>
      <p:sp>
        <p:nvSpPr>
          <p:cNvPr id="40" name="row_epic">
            <a:extLst>
              <a:ext uri="{FF2B5EF4-FFF2-40B4-BE49-F238E27FC236}">
                <a16:creationId xmlns:a16="http://schemas.microsoft.com/office/drawing/2014/main" id="{B91BD715-61E3-3B4E-F033-67A5D3DD8B74}"/>
              </a:ext>
            </a:extLst>
          </p:cNvPr>
          <p:cNvSpPr/>
          <p:nvPr/>
        </p:nvSpPr>
        <p:spPr>
          <a:xfrm>
            <a:off x="876384" y="1575440"/>
            <a:ext cx="663498" cy="1693598"/>
          </a:xfrm>
          <a:prstGeom prst="rect">
            <a:avLst/>
          </a:prstGeom>
          <a:solidFill>
            <a:srgbClr val="0D9488"/>
          </a:solidFill>
          <a:ln w="0">
            <a:solidFill>
              <a:srgbClr val="0D948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Epic</a:t>
            </a:r>
          </a:p>
        </p:txBody>
      </p:sp>
      <p:sp>
        <p:nvSpPr>
          <p:cNvPr id="2" name="hdr_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hdr_line"/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hdr_title"/>
          <p:cNvSpPr/>
          <p:nvPr/>
        </p:nvSpPr>
        <p:spPr>
          <a:xfrm>
            <a:off x="457200" y="80000"/>
            <a:ext cx="8000000" cy="7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Oracle Results</a:t>
            </a:r>
          </a:p>
        </p:txBody>
      </p:sp>
      <p:sp>
        <p:nvSpPr>
          <p:cNvPr id="5" name="hdr_sub"/>
          <p:cNvSpPr/>
          <p:nvPr/>
        </p:nvSpPr>
        <p:spPr>
          <a:xfrm>
            <a:off x="457200" y="700000"/>
            <a:ext cx="80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900" b="0" dirty="0">
                <a:solidFill>
                  <a:srgbClr val="94C8C4"/>
                </a:solidFill>
                <a:latin typeface="Calibri"/>
              </a:rPr>
              <a:t>                      Quality level  x  Weather  —  pass &amp; fail oracle thresholds evaluated per cell</a:t>
            </a:r>
          </a:p>
        </p:txBody>
      </p:sp>
      <p:sp>
        <p:nvSpPr>
          <p:cNvPr id="7" name="axis_weather"/>
          <p:cNvSpPr/>
          <p:nvPr/>
        </p:nvSpPr>
        <p:spPr>
          <a:xfrm>
            <a:off x="4087038" y="1016459"/>
            <a:ext cx="1718595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/>
              </a:rPr>
              <a:t>WEATHER</a:t>
            </a:r>
          </a:p>
        </p:txBody>
      </p:sp>
      <p:sp>
        <p:nvSpPr>
          <p:cNvPr id="8" name="col_default"/>
          <p:cNvSpPr/>
          <p:nvPr/>
        </p:nvSpPr>
        <p:spPr>
          <a:xfrm>
            <a:off x="1546860" y="1265440"/>
            <a:ext cx="3265514" cy="310000"/>
          </a:xfrm>
          <a:prstGeom prst="rect">
            <a:avLst/>
          </a:pr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Default (Clear Noon)</a:t>
            </a:r>
          </a:p>
        </p:txBody>
      </p:sp>
      <p:sp>
        <p:nvSpPr>
          <p:cNvPr id="9" name="col_rain"/>
          <p:cNvSpPr/>
          <p:nvPr/>
        </p:nvSpPr>
        <p:spPr>
          <a:xfrm>
            <a:off x="5080655" y="1265439"/>
            <a:ext cx="3258177" cy="309999"/>
          </a:xfrm>
          <a:prstGeom prst="rect">
            <a:avLst/>
          </a:pr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Trebuchet MS"/>
              </a:rPr>
              <a:t>HardRainSunset</a:t>
            </a:r>
            <a:endParaRPr lang="en-US" sz="10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00" name="cell_tl_bg"/>
          <p:cNvSpPr/>
          <p:nvPr/>
        </p:nvSpPr>
        <p:spPr>
          <a:xfrm>
            <a:off x="1546860" y="1575441"/>
            <a:ext cx="3258536" cy="1693598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6" name="cell_tr_pass_hdr"/>
          <p:cNvSpPr/>
          <p:nvPr/>
        </p:nvSpPr>
        <p:spPr>
          <a:xfrm>
            <a:off x="2761981" y="1603868"/>
            <a:ext cx="891848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17" name="cell_tr_fail_hdr"/>
          <p:cNvSpPr/>
          <p:nvPr/>
        </p:nvSpPr>
        <p:spPr>
          <a:xfrm>
            <a:off x="3780042" y="1599295"/>
            <a:ext cx="1117734" cy="2933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47725E3-7A22-C3A6-1CFA-E8F20A1A3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78986"/>
              </p:ext>
            </p:extLst>
          </p:nvPr>
        </p:nvGraphicFramePr>
        <p:xfrm>
          <a:off x="1612232" y="1835856"/>
          <a:ext cx="3120814" cy="133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52">
                  <a:extLst>
                    <a:ext uri="{9D8B030D-6E8A-4147-A177-3AD203B41FA5}">
                      <a16:colId xmlns:a16="http://schemas.microsoft.com/office/drawing/2014/main" val="899577203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47109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Collisions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64761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Lane inv.</a:t>
                      </a:r>
                      <a:r>
                        <a:rPr lang="en-US" sz="1000" b="0" dirty="0">
                          <a:solidFill>
                            <a:srgbClr val="94A3B8"/>
                          </a:solidFill>
                          <a:latin typeface="Calibri"/>
                        </a:rPr>
                        <a:t> 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92512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Distance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9490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Forward Clear.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92669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0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1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19" name="cell_tl_bg">
            <a:extLst>
              <a:ext uri="{FF2B5EF4-FFF2-40B4-BE49-F238E27FC236}">
                <a16:creationId xmlns:a16="http://schemas.microsoft.com/office/drawing/2014/main" id="{CE723D2F-F593-63D5-DD53-92067E783BF9}"/>
              </a:ext>
            </a:extLst>
          </p:cNvPr>
          <p:cNvSpPr/>
          <p:nvPr/>
        </p:nvSpPr>
        <p:spPr>
          <a:xfrm>
            <a:off x="5080297" y="1575438"/>
            <a:ext cx="3258536" cy="1693598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0" name="cell_tr_pass_hdr">
            <a:extLst>
              <a:ext uri="{FF2B5EF4-FFF2-40B4-BE49-F238E27FC236}">
                <a16:creationId xmlns:a16="http://schemas.microsoft.com/office/drawing/2014/main" id="{5F9A5028-CDBD-60F4-FE75-195389EB2C5E}"/>
              </a:ext>
            </a:extLst>
          </p:cNvPr>
          <p:cNvSpPr/>
          <p:nvPr/>
        </p:nvSpPr>
        <p:spPr>
          <a:xfrm>
            <a:off x="6295418" y="1603865"/>
            <a:ext cx="891848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21" name="cell_tr_fail_hdr">
            <a:extLst>
              <a:ext uri="{FF2B5EF4-FFF2-40B4-BE49-F238E27FC236}">
                <a16:creationId xmlns:a16="http://schemas.microsoft.com/office/drawing/2014/main" id="{07222DA2-7D4C-71E4-B466-085025D8979C}"/>
              </a:ext>
            </a:extLst>
          </p:cNvPr>
          <p:cNvSpPr/>
          <p:nvPr/>
        </p:nvSpPr>
        <p:spPr>
          <a:xfrm>
            <a:off x="7313479" y="1599292"/>
            <a:ext cx="1117734" cy="2933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1B32664-2F0A-052F-9283-15EB9A09D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99500"/>
              </p:ext>
            </p:extLst>
          </p:nvPr>
        </p:nvGraphicFramePr>
        <p:xfrm>
          <a:off x="5145669" y="1835853"/>
          <a:ext cx="3120814" cy="133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52">
                  <a:extLst>
                    <a:ext uri="{9D8B030D-6E8A-4147-A177-3AD203B41FA5}">
                      <a16:colId xmlns:a16="http://schemas.microsoft.com/office/drawing/2014/main" val="899577203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47109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Collisions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64761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Lane inv.</a:t>
                      </a:r>
                      <a:r>
                        <a:rPr lang="en-US" sz="1000" b="0" dirty="0">
                          <a:solidFill>
                            <a:srgbClr val="94A3B8"/>
                          </a:solidFill>
                          <a:latin typeface="Calibri"/>
                        </a:rPr>
                        <a:t> 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92512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Distance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DC2626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1/20</a:t>
                      </a:r>
                      <a:endParaRPr lang="pt-PT" sz="1000" b="0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9490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Forward Clear.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92669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1/20</a:t>
                      </a:r>
                      <a:endParaRPr lang="pt-PT" sz="10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24" name="cell_tl_bg">
            <a:extLst>
              <a:ext uri="{FF2B5EF4-FFF2-40B4-BE49-F238E27FC236}">
                <a16:creationId xmlns:a16="http://schemas.microsoft.com/office/drawing/2014/main" id="{BA3E0729-A3A4-C944-1AB0-9F209B3CD03A}"/>
              </a:ext>
            </a:extLst>
          </p:cNvPr>
          <p:cNvSpPr/>
          <p:nvPr/>
        </p:nvSpPr>
        <p:spPr>
          <a:xfrm>
            <a:off x="1546860" y="3449902"/>
            <a:ext cx="3258536" cy="15948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5" name="cell_tr_pass_hdr">
            <a:extLst>
              <a:ext uri="{FF2B5EF4-FFF2-40B4-BE49-F238E27FC236}">
                <a16:creationId xmlns:a16="http://schemas.microsoft.com/office/drawing/2014/main" id="{A423AB2A-5E0A-4007-7053-294704721113}"/>
              </a:ext>
            </a:extLst>
          </p:cNvPr>
          <p:cNvSpPr/>
          <p:nvPr/>
        </p:nvSpPr>
        <p:spPr>
          <a:xfrm>
            <a:off x="2761981" y="3478329"/>
            <a:ext cx="891848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26" name="cell_tr_fail_hdr">
            <a:extLst>
              <a:ext uri="{FF2B5EF4-FFF2-40B4-BE49-F238E27FC236}">
                <a16:creationId xmlns:a16="http://schemas.microsoft.com/office/drawing/2014/main" id="{DEC0E4A7-A561-250C-97B4-476E91CC7AE6}"/>
              </a:ext>
            </a:extLst>
          </p:cNvPr>
          <p:cNvSpPr/>
          <p:nvPr/>
        </p:nvSpPr>
        <p:spPr>
          <a:xfrm>
            <a:off x="3780042" y="3473756"/>
            <a:ext cx="1117734" cy="2933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FB30442-30B2-5B80-4A75-65BA67E0C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806695"/>
              </p:ext>
            </p:extLst>
          </p:nvPr>
        </p:nvGraphicFramePr>
        <p:xfrm>
          <a:off x="1612232" y="3710317"/>
          <a:ext cx="3120814" cy="133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52">
                  <a:extLst>
                    <a:ext uri="{9D8B030D-6E8A-4147-A177-3AD203B41FA5}">
                      <a16:colId xmlns:a16="http://schemas.microsoft.com/office/drawing/2014/main" val="899577203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47109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Collisions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64761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Lane inv.</a:t>
                      </a:r>
                      <a:r>
                        <a:rPr lang="en-US" sz="1000" b="0" dirty="0">
                          <a:solidFill>
                            <a:srgbClr val="94A3B8"/>
                          </a:solidFill>
                          <a:latin typeface="Calibri"/>
                        </a:rPr>
                        <a:t> 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92512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Distance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DC2626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5/20</a:t>
                      </a:r>
                      <a:endParaRPr lang="pt-PT" sz="1000" b="0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9490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Forward Clear.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92669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5/20</a:t>
                      </a:r>
                      <a:endParaRPr lang="pt-PT" sz="10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28" name="cell_tl_bg">
            <a:extLst>
              <a:ext uri="{FF2B5EF4-FFF2-40B4-BE49-F238E27FC236}">
                <a16:creationId xmlns:a16="http://schemas.microsoft.com/office/drawing/2014/main" id="{BF146C19-011A-85C3-FA2C-2FACCD695EC3}"/>
              </a:ext>
            </a:extLst>
          </p:cNvPr>
          <p:cNvSpPr/>
          <p:nvPr/>
        </p:nvSpPr>
        <p:spPr>
          <a:xfrm>
            <a:off x="5080297" y="3449902"/>
            <a:ext cx="3258536" cy="15948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9" name="cell_tr_pass_hdr">
            <a:extLst>
              <a:ext uri="{FF2B5EF4-FFF2-40B4-BE49-F238E27FC236}">
                <a16:creationId xmlns:a16="http://schemas.microsoft.com/office/drawing/2014/main" id="{A9923DB7-C6A8-2209-36F3-FD388C2EC512}"/>
              </a:ext>
            </a:extLst>
          </p:cNvPr>
          <p:cNvSpPr/>
          <p:nvPr/>
        </p:nvSpPr>
        <p:spPr>
          <a:xfrm>
            <a:off x="6295418" y="3478329"/>
            <a:ext cx="891848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30" name="cell_tr_fail_hdr">
            <a:extLst>
              <a:ext uri="{FF2B5EF4-FFF2-40B4-BE49-F238E27FC236}">
                <a16:creationId xmlns:a16="http://schemas.microsoft.com/office/drawing/2014/main" id="{3A8518B7-B352-D1C2-E11A-4E347370611E}"/>
              </a:ext>
            </a:extLst>
          </p:cNvPr>
          <p:cNvSpPr/>
          <p:nvPr/>
        </p:nvSpPr>
        <p:spPr>
          <a:xfrm>
            <a:off x="7313479" y="3473756"/>
            <a:ext cx="1117734" cy="2933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8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EA2C8E6-5D19-8C74-EB3A-ABCF9CB65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96567"/>
              </p:ext>
            </p:extLst>
          </p:nvPr>
        </p:nvGraphicFramePr>
        <p:xfrm>
          <a:off x="5145669" y="3710317"/>
          <a:ext cx="3120814" cy="1334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52">
                  <a:extLst>
                    <a:ext uri="{9D8B030D-6E8A-4147-A177-3AD203B41FA5}">
                      <a16:colId xmlns:a16="http://schemas.microsoft.com/office/drawing/2014/main" val="899577203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47109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Collisions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64761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Lane inv.</a:t>
                      </a:r>
                      <a:r>
                        <a:rPr lang="en-US" sz="1000" b="0" dirty="0">
                          <a:solidFill>
                            <a:srgbClr val="94A3B8"/>
                          </a:solidFill>
                          <a:latin typeface="Calibri"/>
                        </a:rPr>
                        <a:t> 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92512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Distance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DC2626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4/20</a:t>
                      </a:r>
                      <a:endParaRPr lang="pt-PT" sz="1000" b="0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79490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475569"/>
                          </a:solidFill>
                          <a:latin typeface="Calibri"/>
                        </a:rPr>
                        <a:t>Forward Clear.</a:t>
                      </a:r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16A34A"/>
                          </a:solidFill>
                          <a:latin typeface="Calibri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000" b="0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792669"/>
                  </a:ext>
                </a:extLst>
              </a:tr>
              <a:tr h="266877">
                <a:tc>
                  <a:txBody>
                    <a:bodyPr/>
                    <a:lstStyle/>
                    <a:p>
                      <a:endParaRPr lang="pt-PT" sz="1000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0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4/20</a:t>
                      </a:r>
                      <a:endParaRPr lang="pt-PT" sz="10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39" name="axis_quality">
            <a:extLst>
              <a:ext uri="{FF2B5EF4-FFF2-40B4-BE49-F238E27FC236}">
                <a16:creationId xmlns:a16="http://schemas.microsoft.com/office/drawing/2014/main" id="{2DBCD6D1-CE8E-96B7-B940-98CF76F20CFD}"/>
              </a:ext>
            </a:extLst>
          </p:cNvPr>
          <p:cNvSpPr/>
          <p:nvPr/>
        </p:nvSpPr>
        <p:spPr>
          <a:xfrm rot="-5400000">
            <a:off x="-229724" y="3182818"/>
            <a:ext cx="1800000" cy="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/>
              </a:rPr>
              <a:t>QUALITY</a:t>
            </a:r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4A802C66-7A5A-3B0C-FA7B-E0EE1C888A30}"/>
              </a:ext>
            </a:extLst>
          </p:cNvPr>
          <p:cNvSpPr/>
          <p:nvPr/>
        </p:nvSpPr>
        <p:spPr>
          <a:xfrm>
            <a:off x="1405150" y="3092438"/>
            <a:ext cx="1384996" cy="260246"/>
          </a:xfrm>
          <a:prstGeom prst="roundRect">
            <a:avLst>
              <a:gd name="adj" fmla="val 3571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40000"/>
                <a:lumOff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9DF2FD0-47FC-8F64-E7D2-CE801B94E76D}"/>
              </a:ext>
            </a:extLst>
          </p:cNvPr>
          <p:cNvSpPr/>
          <p:nvPr/>
        </p:nvSpPr>
        <p:spPr>
          <a:xfrm>
            <a:off x="1405150" y="3050340"/>
            <a:ext cx="1692199" cy="3386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strike="noStrike" spc="-1" noProof="0" dirty="0">
                <a:solidFill>
                  <a:schemeClr val="accent5"/>
                </a:solidFill>
                <a:latin typeface="Trebuchet MS"/>
              </a:rPr>
              <a:t>★ Baseline Config (c₀)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17F9D5A-CA04-30E5-28FD-DC3E70CC6C01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12</a:t>
            </a:r>
            <a:endParaRPr lang="en-US" sz="1100" b="0" strike="noStrike" spc="-1" noProof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4" grpId="0" animBg="1"/>
      <p:bldP spid="25" grpId="0"/>
      <p:bldP spid="26" grpId="0"/>
      <p:bldP spid="28" grpId="0" animBg="1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3DE8-A532-1B72-8EE2-FFDFE6C7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_bg">
            <a:extLst>
              <a:ext uri="{FF2B5EF4-FFF2-40B4-BE49-F238E27FC236}">
                <a16:creationId xmlns:a16="http://schemas.microsoft.com/office/drawing/2014/main" id="{74A1F9CB-31B9-411A-5297-F4B7AB73D651}"/>
              </a:ext>
            </a:extLst>
          </p:cNvPr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hdr_line">
            <a:extLst>
              <a:ext uri="{FF2B5EF4-FFF2-40B4-BE49-F238E27FC236}">
                <a16:creationId xmlns:a16="http://schemas.microsoft.com/office/drawing/2014/main" id="{AC856521-9289-5C4A-5E77-98770458E144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hdr_title">
            <a:extLst>
              <a:ext uri="{FF2B5EF4-FFF2-40B4-BE49-F238E27FC236}">
                <a16:creationId xmlns:a16="http://schemas.microsoft.com/office/drawing/2014/main" id="{A0BAC792-7779-F0C9-E9D8-6E55DD1F1DC7}"/>
              </a:ext>
            </a:extLst>
          </p:cNvPr>
          <p:cNvSpPr/>
          <p:nvPr/>
        </p:nvSpPr>
        <p:spPr>
          <a:xfrm>
            <a:off x="457200" y="80000"/>
            <a:ext cx="8000000" cy="7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Oracle Results</a:t>
            </a:r>
          </a:p>
        </p:txBody>
      </p:sp>
      <p:sp>
        <p:nvSpPr>
          <p:cNvPr id="5" name="hdr_sub">
            <a:extLst>
              <a:ext uri="{FF2B5EF4-FFF2-40B4-BE49-F238E27FC236}">
                <a16:creationId xmlns:a16="http://schemas.microsoft.com/office/drawing/2014/main" id="{E3C6E46D-3C5F-B750-1FCF-05E5C4664C71}"/>
              </a:ext>
            </a:extLst>
          </p:cNvPr>
          <p:cNvSpPr/>
          <p:nvPr/>
        </p:nvSpPr>
        <p:spPr>
          <a:xfrm>
            <a:off x="457200" y="700000"/>
            <a:ext cx="80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900" b="0" dirty="0">
                <a:solidFill>
                  <a:srgbClr val="94C8C4"/>
                </a:solidFill>
                <a:latin typeface="Calibri"/>
              </a:rPr>
              <a:t>                    Quality level  x  Weather  —  pass &amp; fail oracle thresholds evaluated per cell</a:t>
            </a:r>
          </a:p>
        </p:txBody>
      </p:sp>
      <p:sp>
        <p:nvSpPr>
          <p:cNvPr id="6" name="axis_quality">
            <a:extLst>
              <a:ext uri="{FF2B5EF4-FFF2-40B4-BE49-F238E27FC236}">
                <a16:creationId xmlns:a16="http://schemas.microsoft.com/office/drawing/2014/main" id="{0EE2C85A-5430-247D-B406-CDD8DB6C420C}"/>
              </a:ext>
            </a:extLst>
          </p:cNvPr>
          <p:cNvSpPr/>
          <p:nvPr/>
        </p:nvSpPr>
        <p:spPr>
          <a:xfrm rot="-5400000">
            <a:off x="-229724" y="3182818"/>
            <a:ext cx="1800000" cy="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/>
              </a:rPr>
              <a:t>QUALITY</a:t>
            </a:r>
          </a:p>
        </p:txBody>
      </p:sp>
      <p:sp>
        <p:nvSpPr>
          <p:cNvPr id="7" name="axis_weather">
            <a:extLst>
              <a:ext uri="{FF2B5EF4-FFF2-40B4-BE49-F238E27FC236}">
                <a16:creationId xmlns:a16="http://schemas.microsoft.com/office/drawing/2014/main" id="{F4BBB21B-C1AC-8107-7113-DFB870D47C7C}"/>
              </a:ext>
            </a:extLst>
          </p:cNvPr>
          <p:cNvSpPr/>
          <p:nvPr/>
        </p:nvSpPr>
        <p:spPr>
          <a:xfrm>
            <a:off x="4087038" y="1016459"/>
            <a:ext cx="1718595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/>
              </a:rPr>
              <a:t>WEATHER</a:t>
            </a:r>
          </a:p>
        </p:txBody>
      </p:sp>
      <p:sp>
        <p:nvSpPr>
          <p:cNvPr id="8" name="col_default">
            <a:extLst>
              <a:ext uri="{FF2B5EF4-FFF2-40B4-BE49-F238E27FC236}">
                <a16:creationId xmlns:a16="http://schemas.microsoft.com/office/drawing/2014/main" id="{61D6FEA0-E6EA-905E-9080-6E5742DD7A7F}"/>
              </a:ext>
            </a:extLst>
          </p:cNvPr>
          <p:cNvSpPr/>
          <p:nvPr/>
        </p:nvSpPr>
        <p:spPr>
          <a:xfrm>
            <a:off x="1546860" y="1265440"/>
            <a:ext cx="3265514" cy="310000"/>
          </a:xfrm>
          <a:prstGeom prst="rect">
            <a:avLst/>
          </a:pr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Default (Clear Noon)</a:t>
            </a:r>
          </a:p>
        </p:txBody>
      </p:sp>
      <p:sp>
        <p:nvSpPr>
          <p:cNvPr id="9" name="col_rain">
            <a:extLst>
              <a:ext uri="{FF2B5EF4-FFF2-40B4-BE49-F238E27FC236}">
                <a16:creationId xmlns:a16="http://schemas.microsoft.com/office/drawing/2014/main" id="{B4F2CB19-100E-5F19-FF56-C7F94F2AB5F8}"/>
              </a:ext>
            </a:extLst>
          </p:cNvPr>
          <p:cNvSpPr/>
          <p:nvPr/>
        </p:nvSpPr>
        <p:spPr>
          <a:xfrm>
            <a:off x="5080655" y="1265439"/>
            <a:ext cx="3258177" cy="309999"/>
          </a:xfrm>
          <a:prstGeom prst="rect">
            <a:avLst/>
          </a:prstGeom>
          <a:solidFill>
            <a:srgbClr val="0F2240"/>
          </a:solidFill>
          <a:ln w="0">
            <a:solidFill>
              <a:srgbClr val="0F22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HardRainSunset</a:t>
            </a:r>
          </a:p>
        </p:txBody>
      </p:sp>
      <p:sp>
        <p:nvSpPr>
          <p:cNvPr id="10" name="row_epic">
            <a:extLst>
              <a:ext uri="{FF2B5EF4-FFF2-40B4-BE49-F238E27FC236}">
                <a16:creationId xmlns:a16="http://schemas.microsoft.com/office/drawing/2014/main" id="{702F18ED-AB72-ADD4-BEE6-9267334800BD}"/>
              </a:ext>
            </a:extLst>
          </p:cNvPr>
          <p:cNvSpPr/>
          <p:nvPr/>
        </p:nvSpPr>
        <p:spPr>
          <a:xfrm>
            <a:off x="876384" y="1575440"/>
            <a:ext cx="663498" cy="1693598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Epic</a:t>
            </a:r>
          </a:p>
        </p:txBody>
      </p:sp>
      <p:sp>
        <p:nvSpPr>
          <p:cNvPr id="11" name="row_low">
            <a:extLst>
              <a:ext uri="{FF2B5EF4-FFF2-40B4-BE49-F238E27FC236}">
                <a16:creationId xmlns:a16="http://schemas.microsoft.com/office/drawing/2014/main" id="{66FDFB57-70D3-C3B7-E238-38C2EECA737F}"/>
              </a:ext>
            </a:extLst>
          </p:cNvPr>
          <p:cNvSpPr/>
          <p:nvPr/>
        </p:nvSpPr>
        <p:spPr>
          <a:xfrm>
            <a:off x="876383" y="3449902"/>
            <a:ext cx="663499" cy="1594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Low</a:t>
            </a:r>
          </a:p>
        </p:txBody>
      </p:sp>
      <p:sp>
        <p:nvSpPr>
          <p:cNvPr id="100" name="cell_tl_bg">
            <a:extLst>
              <a:ext uri="{FF2B5EF4-FFF2-40B4-BE49-F238E27FC236}">
                <a16:creationId xmlns:a16="http://schemas.microsoft.com/office/drawing/2014/main" id="{AB25811E-C2E8-A29B-2967-031A07FB00AB}"/>
              </a:ext>
            </a:extLst>
          </p:cNvPr>
          <p:cNvSpPr/>
          <p:nvPr/>
        </p:nvSpPr>
        <p:spPr>
          <a:xfrm>
            <a:off x="1546860" y="1575441"/>
            <a:ext cx="3258536" cy="1693598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6" name="cell_tr_pass_hdr">
            <a:extLst>
              <a:ext uri="{FF2B5EF4-FFF2-40B4-BE49-F238E27FC236}">
                <a16:creationId xmlns:a16="http://schemas.microsoft.com/office/drawing/2014/main" id="{BFBB5D4E-87BF-7606-B33F-F2C412363F6D}"/>
              </a:ext>
            </a:extLst>
          </p:cNvPr>
          <p:cNvSpPr/>
          <p:nvPr/>
        </p:nvSpPr>
        <p:spPr>
          <a:xfrm>
            <a:off x="1623423" y="1617476"/>
            <a:ext cx="1232503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17" name="cell_tr_fail_hdr">
            <a:extLst>
              <a:ext uri="{FF2B5EF4-FFF2-40B4-BE49-F238E27FC236}">
                <a16:creationId xmlns:a16="http://schemas.microsoft.com/office/drawing/2014/main" id="{6F07EC25-2BFD-9637-577F-9B3F34F56376}"/>
              </a:ext>
            </a:extLst>
          </p:cNvPr>
          <p:cNvSpPr/>
          <p:nvPr/>
        </p:nvSpPr>
        <p:spPr>
          <a:xfrm>
            <a:off x="2673903" y="1617475"/>
            <a:ext cx="1117734" cy="2858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B208D9-903D-E42A-36EB-FF6649AA7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276066"/>
              </p:ext>
            </p:extLst>
          </p:nvPr>
        </p:nvGraphicFramePr>
        <p:xfrm>
          <a:off x="1638429" y="1899837"/>
          <a:ext cx="19577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434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09328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 b="1" dirty="0">
                          <a:solidFill>
                            <a:srgbClr val="16A3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0/20</a:t>
                      </a:r>
                      <a:endParaRPr lang="pt-PT" sz="1800" b="1" dirty="0">
                        <a:solidFill>
                          <a:srgbClr val="16A34A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12" name="Shape 18">
            <a:extLst>
              <a:ext uri="{FF2B5EF4-FFF2-40B4-BE49-F238E27FC236}">
                <a16:creationId xmlns:a16="http://schemas.microsoft.com/office/drawing/2014/main" id="{CD18BF12-B825-0C12-6053-E61C42572BED}"/>
              </a:ext>
            </a:extLst>
          </p:cNvPr>
          <p:cNvSpPr/>
          <p:nvPr/>
        </p:nvSpPr>
        <p:spPr>
          <a:xfrm>
            <a:off x="1398172" y="3087365"/>
            <a:ext cx="1384996" cy="260246"/>
          </a:xfrm>
          <a:prstGeom prst="roundRect">
            <a:avLst>
              <a:gd name="adj" fmla="val 35714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40000"/>
                <a:lumOff val="6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2EC705B-CC87-37CF-81C5-F5EACC505F74}"/>
              </a:ext>
            </a:extLst>
          </p:cNvPr>
          <p:cNvSpPr/>
          <p:nvPr/>
        </p:nvSpPr>
        <p:spPr>
          <a:xfrm>
            <a:off x="1405150" y="3050340"/>
            <a:ext cx="1692199" cy="3386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strike="noStrike" spc="-1" noProof="0" dirty="0">
                <a:solidFill>
                  <a:schemeClr val="accent5"/>
                </a:solidFill>
                <a:latin typeface="Trebuchet MS"/>
              </a:rPr>
              <a:t>★ Baseline Config (c₀)</a:t>
            </a:r>
          </a:p>
        </p:txBody>
      </p:sp>
      <p:sp>
        <p:nvSpPr>
          <p:cNvPr id="19" name="cell_tl_bg">
            <a:extLst>
              <a:ext uri="{FF2B5EF4-FFF2-40B4-BE49-F238E27FC236}">
                <a16:creationId xmlns:a16="http://schemas.microsoft.com/office/drawing/2014/main" id="{D00AAD1F-4810-FD6D-55F2-A9EC4DCA343E}"/>
              </a:ext>
            </a:extLst>
          </p:cNvPr>
          <p:cNvSpPr/>
          <p:nvPr/>
        </p:nvSpPr>
        <p:spPr>
          <a:xfrm>
            <a:off x="5080297" y="1575438"/>
            <a:ext cx="3258536" cy="1693598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4" name="cell_tl_bg">
            <a:extLst>
              <a:ext uri="{FF2B5EF4-FFF2-40B4-BE49-F238E27FC236}">
                <a16:creationId xmlns:a16="http://schemas.microsoft.com/office/drawing/2014/main" id="{E429179F-8F4B-33A4-63AB-9107DDEA8C1D}"/>
              </a:ext>
            </a:extLst>
          </p:cNvPr>
          <p:cNvSpPr/>
          <p:nvPr/>
        </p:nvSpPr>
        <p:spPr>
          <a:xfrm>
            <a:off x="1546860" y="3449902"/>
            <a:ext cx="3258536" cy="15948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28" name="cell_tl_bg">
            <a:extLst>
              <a:ext uri="{FF2B5EF4-FFF2-40B4-BE49-F238E27FC236}">
                <a16:creationId xmlns:a16="http://schemas.microsoft.com/office/drawing/2014/main" id="{49F27D2D-20DC-5EBD-C6D8-FB4664B8044E}"/>
              </a:ext>
            </a:extLst>
          </p:cNvPr>
          <p:cNvSpPr/>
          <p:nvPr/>
        </p:nvSpPr>
        <p:spPr>
          <a:xfrm>
            <a:off x="5080297" y="3449902"/>
            <a:ext cx="3258536" cy="15948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4" name="cell_tr_pass_hdr">
            <a:extLst>
              <a:ext uri="{FF2B5EF4-FFF2-40B4-BE49-F238E27FC236}">
                <a16:creationId xmlns:a16="http://schemas.microsoft.com/office/drawing/2014/main" id="{88707C83-D2CD-7100-CB45-896950CBE1E0}"/>
              </a:ext>
            </a:extLst>
          </p:cNvPr>
          <p:cNvSpPr/>
          <p:nvPr/>
        </p:nvSpPr>
        <p:spPr>
          <a:xfrm>
            <a:off x="5194318" y="1619413"/>
            <a:ext cx="1232503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15" name="cell_tr_fail_hdr">
            <a:extLst>
              <a:ext uri="{FF2B5EF4-FFF2-40B4-BE49-F238E27FC236}">
                <a16:creationId xmlns:a16="http://schemas.microsoft.com/office/drawing/2014/main" id="{E27E6750-BC37-9339-AAC3-96B6BCBCE901}"/>
              </a:ext>
            </a:extLst>
          </p:cNvPr>
          <p:cNvSpPr/>
          <p:nvPr/>
        </p:nvSpPr>
        <p:spPr>
          <a:xfrm>
            <a:off x="6244798" y="1619413"/>
            <a:ext cx="1117734" cy="28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7E9667B-08F9-E2D9-94FF-A5E420F77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81676"/>
              </p:ext>
            </p:extLst>
          </p:nvPr>
        </p:nvGraphicFramePr>
        <p:xfrm>
          <a:off x="5209324" y="1901774"/>
          <a:ext cx="19577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434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09328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1/20</a:t>
                      </a:r>
                      <a:endParaRPr lang="pt-PT" sz="18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32" name="cell_tr_pass_hdr">
            <a:extLst>
              <a:ext uri="{FF2B5EF4-FFF2-40B4-BE49-F238E27FC236}">
                <a16:creationId xmlns:a16="http://schemas.microsoft.com/office/drawing/2014/main" id="{2DA1CAF8-32A4-9EAB-F422-43F2EC790432}"/>
              </a:ext>
            </a:extLst>
          </p:cNvPr>
          <p:cNvSpPr/>
          <p:nvPr/>
        </p:nvSpPr>
        <p:spPr>
          <a:xfrm>
            <a:off x="1666095" y="3531198"/>
            <a:ext cx="1232503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33" name="cell_tr_fail_hdr">
            <a:extLst>
              <a:ext uri="{FF2B5EF4-FFF2-40B4-BE49-F238E27FC236}">
                <a16:creationId xmlns:a16="http://schemas.microsoft.com/office/drawing/2014/main" id="{530AAF4A-31AE-63C7-B2AB-C93550C4AB1E}"/>
              </a:ext>
            </a:extLst>
          </p:cNvPr>
          <p:cNvSpPr/>
          <p:nvPr/>
        </p:nvSpPr>
        <p:spPr>
          <a:xfrm>
            <a:off x="2716575" y="3531198"/>
            <a:ext cx="1117734" cy="28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7E0ECE9-FEFF-E7D7-89D9-76D8D4276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34998"/>
              </p:ext>
            </p:extLst>
          </p:nvPr>
        </p:nvGraphicFramePr>
        <p:xfrm>
          <a:off x="1681101" y="3813559"/>
          <a:ext cx="19577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434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09328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5/20</a:t>
                      </a:r>
                      <a:endParaRPr lang="pt-PT" sz="18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p:sp>
        <p:nvSpPr>
          <p:cNvPr id="35" name="cell_tr_pass_hdr">
            <a:extLst>
              <a:ext uri="{FF2B5EF4-FFF2-40B4-BE49-F238E27FC236}">
                <a16:creationId xmlns:a16="http://schemas.microsoft.com/office/drawing/2014/main" id="{8ABD974F-1EBD-8968-650E-3794D88DAE9F}"/>
              </a:ext>
            </a:extLst>
          </p:cNvPr>
          <p:cNvSpPr/>
          <p:nvPr/>
        </p:nvSpPr>
        <p:spPr>
          <a:xfrm>
            <a:off x="5182126" y="3494622"/>
            <a:ext cx="1232503" cy="284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/>
              </a:rPr>
              <a:t>PASS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sp>
        <p:nvSpPr>
          <p:cNvPr id="36" name="cell_tr_fail_hdr">
            <a:extLst>
              <a:ext uri="{FF2B5EF4-FFF2-40B4-BE49-F238E27FC236}">
                <a16:creationId xmlns:a16="http://schemas.microsoft.com/office/drawing/2014/main" id="{D6D7C539-68FE-1DAD-4059-E6A5474B67C4}"/>
              </a:ext>
            </a:extLst>
          </p:cNvPr>
          <p:cNvSpPr/>
          <p:nvPr/>
        </p:nvSpPr>
        <p:spPr>
          <a:xfrm>
            <a:off x="6232606" y="3494622"/>
            <a:ext cx="1117734" cy="28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/>
              </a:rPr>
              <a:t>FAIL </a:t>
            </a:r>
            <a:r>
              <a:rPr lang="en-US" sz="1200" b="1" dirty="0">
                <a:solidFill>
                  <a:srgbClr val="475569"/>
                </a:solidFill>
                <a:latin typeface="Trebuchet MS"/>
              </a:rPr>
              <a:t>Oracle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0B309EF-4B3D-F51B-0431-DD73F9B73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402105"/>
              </p:ext>
            </p:extLst>
          </p:nvPr>
        </p:nvGraphicFramePr>
        <p:xfrm>
          <a:off x="5197132" y="3776983"/>
          <a:ext cx="19577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434">
                  <a:extLst>
                    <a:ext uri="{9D8B030D-6E8A-4147-A177-3AD203B41FA5}">
                      <a16:colId xmlns:a16="http://schemas.microsoft.com/office/drawing/2014/main" val="4139808638"/>
                    </a:ext>
                  </a:extLst>
                </a:gridCol>
                <a:gridCol w="909328">
                  <a:extLst>
                    <a:ext uri="{9D8B030D-6E8A-4147-A177-3AD203B41FA5}">
                      <a16:colId xmlns:a16="http://schemas.microsoft.com/office/drawing/2014/main" val="1309711018"/>
                    </a:ext>
                  </a:extLst>
                </a:gridCol>
              </a:tblGrid>
              <a:tr h="266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/>
                        </a:rPr>
                        <a:t>20/20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 b="1" dirty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4/20</a:t>
                      </a:r>
                      <a:endParaRPr lang="pt-PT" sz="1800" b="1" dirty="0">
                        <a:solidFill>
                          <a:srgbClr val="DC262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28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B54513-C4C8-0943-CB0B-B32B4546D52C}"/>
                  </a:ext>
                </a:extLst>
              </p:cNvPr>
              <p:cNvSpPr txBox="1"/>
              <p:nvPr/>
            </p:nvSpPr>
            <p:spPr>
              <a:xfrm>
                <a:off x="1677896" y="2522874"/>
                <a:ext cx="12782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=1545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B54513-C4C8-0943-CB0B-B32B4546D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896" y="2522874"/>
                <a:ext cx="1278299" cy="246221"/>
              </a:xfrm>
              <a:prstGeom prst="rect">
                <a:avLst/>
              </a:prstGeom>
              <a:blipFill>
                <a:blip r:embed="rId3"/>
                <a:stretch>
                  <a:fillRect l="-2857" r="-4286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91C262-1A75-5BFC-0FF6-D6BB8295F043}"/>
                  </a:ext>
                </a:extLst>
              </p:cNvPr>
              <p:cNvSpPr txBox="1"/>
              <p:nvPr/>
            </p:nvSpPr>
            <p:spPr>
              <a:xfrm>
                <a:off x="3238440" y="2522873"/>
                <a:ext cx="12847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𝐺𝑃𝑈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=2412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91C262-1A75-5BFC-0FF6-D6BB8295F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440" y="2522873"/>
                <a:ext cx="1284711" cy="246221"/>
              </a:xfrm>
              <a:prstGeom prst="rect">
                <a:avLst/>
              </a:prstGeom>
              <a:blipFill>
                <a:blip r:embed="rId4"/>
                <a:stretch>
                  <a:fillRect l="-2844" r="-4265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A3744A0-4E08-067C-2C09-C62CDA398AD9}"/>
                  </a:ext>
                </a:extLst>
              </p:cNvPr>
              <p:cNvSpPr txBox="1"/>
              <p:nvPr/>
            </p:nvSpPr>
            <p:spPr>
              <a:xfrm>
                <a:off x="5269616" y="2438121"/>
                <a:ext cx="12782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=1412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A3744A0-4E08-067C-2C09-C62CDA398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616" y="2438121"/>
                <a:ext cx="1278299" cy="246221"/>
              </a:xfrm>
              <a:prstGeom prst="rect">
                <a:avLst/>
              </a:prstGeom>
              <a:blipFill>
                <a:blip r:embed="rId5"/>
                <a:stretch>
                  <a:fillRect l="-2857" r="-3810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BC0EBF0-3610-83CF-171A-C9AF60E0945E}"/>
                  </a:ext>
                </a:extLst>
              </p:cNvPr>
              <p:cNvSpPr txBox="1"/>
              <p:nvPr/>
            </p:nvSpPr>
            <p:spPr>
              <a:xfrm>
                <a:off x="5263204" y="2865208"/>
                <a:ext cx="12847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𝐺𝑃𝑈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=2503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BC0EBF0-3610-83CF-171A-C9AF60E09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204" y="2865208"/>
                <a:ext cx="1284711" cy="246221"/>
              </a:xfrm>
              <a:prstGeom prst="rect">
                <a:avLst/>
              </a:prstGeom>
              <a:blipFill>
                <a:blip r:embed="rId6"/>
                <a:stretch>
                  <a:fillRect l="-2844" r="-4739" b="-350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00C0805-22B0-5276-D330-4259F4A4538B}"/>
                  </a:ext>
                </a:extLst>
              </p:cNvPr>
              <p:cNvSpPr txBox="1"/>
              <p:nvPr/>
            </p:nvSpPr>
            <p:spPr>
              <a:xfrm>
                <a:off x="1677896" y="4262282"/>
                <a:ext cx="12782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=1491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00C0805-22B0-5276-D330-4259F4A45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896" y="4262282"/>
                <a:ext cx="1278299" cy="246221"/>
              </a:xfrm>
              <a:prstGeom prst="rect">
                <a:avLst/>
              </a:prstGeom>
              <a:blipFill>
                <a:blip r:embed="rId7"/>
                <a:stretch>
                  <a:fillRect l="-2857" r="-3810" b="-2926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C8B4573-B5A8-161E-F31D-4896088F9319}"/>
                  </a:ext>
                </a:extLst>
              </p:cNvPr>
              <p:cNvSpPr txBox="1"/>
              <p:nvPr/>
            </p:nvSpPr>
            <p:spPr>
              <a:xfrm>
                <a:off x="1677896" y="4653060"/>
                <a:ext cx="12847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𝐺𝑃𝑈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=2337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C8B4573-B5A8-161E-F31D-4896088F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896" y="4653060"/>
                <a:ext cx="1284711" cy="246221"/>
              </a:xfrm>
              <a:prstGeom prst="rect">
                <a:avLst/>
              </a:prstGeom>
              <a:blipFill>
                <a:blip r:embed="rId8"/>
                <a:stretch>
                  <a:fillRect l="-2844" r="-4265" b="-2926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CD8683-F959-B2B1-50FE-15E0812EC3FF}"/>
                  </a:ext>
                </a:extLst>
              </p:cNvPr>
              <p:cNvSpPr txBox="1"/>
              <p:nvPr/>
            </p:nvSpPr>
            <p:spPr>
              <a:xfrm>
                <a:off x="5263204" y="4262281"/>
                <a:ext cx="12782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=1469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CD8683-F959-B2B1-50FE-15E0812EC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204" y="4262281"/>
                <a:ext cx="1278299" cy="246221"/>
              </a:xfrm>
              <a:prstGeom prst="rect">
                <a:avLst/>
              </a:prstGeom>
              <a:blipFill>
                <a:blip r:embed="rId9"/>
                <a:stretch>
                  <a:fillRect l="-2857" r="-3810" b="-2926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437D203-2190-B1F4-2186-8CE5F8729E5D}"/>
                  </a:ext>
                </a:extLst>
              </p:cNvPr>
              <p:cNvSpPr txBox="1"/>
              <p:nvPr/>
            </p:nvSpPr>
            <p:spPr>
              <a:xfrm>
                <a:off x="5269616" y="4654237"/>
                <a:ext cx="128471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𝐺𝑃𝑈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=2441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437D203-2190-B1F4-2186-8CE5F8729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616" y="4654237"/>
                <a:ext cx="1284711" cy="246221"/>
              </a:xfrm>
              <a:prstGeom prst="rect">
                <a:avLst/>
              </a:prstGeom>
              <a:blipFill>
                <a:blip r:embed="rId10"/>
                <a:stretch>
                  <a:fillRect l="-2844" r="-4265" b="-2926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C1E3D7F4-B8CE-B1ED-7B64-64B1545449AA}"/>
              </a:ext>
            </a:extLst>
          </p:cNvPr>
          <p:cNvSpPr txBox="1"/>
          <p:nvPr/>
        </p:nvSpPr>
        <p:spPr>
          <a:xfrm>
            <a:off x="6737234" y="2369104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-8.6%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BEABE6-9CC8-FD1A-270E-0439BB853541}"/>
              </a:ext>
            </a:extLst>
          </p:cNvPr>
          <p:cNvSpPr txBox="1"/>
          <p:nvPr/>
        </p:nvSpPr>
        <p:spPr>
          <a:xfrm>
            <a:off x="6731138" y="2763756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DC2626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+3.8%</a:t>
            </a:r>
            <a:r>
              <a:rPr lang="fr-CH" dirty="0">
                <a:solidFill>
                  <a:srgbClr val="DC2626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endParaRPr lang="pt-PT" sz="1400" dirty="0">
              <a:solidFill>
                <a:srgbClr val="DC2626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E80CFD-4CCC-53F5-B02A-B55631513A28}"/>
              </a:ext>
            </a:extLst>
          </p:cNvPr>
          <p:cNvSpPr txBox="1"/>
          <p:nvPr/>
        </p:nvSpPr>
        <p:spPr>
          <a:xfrm>
            <a:off x="3087231" y="4190362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-3.5%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2C2E0E-1FC7-612C-54D9-0F31083B00C2}"/>
              </a:ext>
            </a:extLst>
          </p:cNvPr>
          <p:cNvSpPr txBox="1"/>
          <p:nvPr/>
        </p:nvSpPr>
        <p:spPr>
          <a:xfrm>
            <a:off x="3087231" y="4585014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-3.1%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836EB9D-E363-B479-83C5-8B2EB3B3166E}"/>
              </a:ext>
            </a:extLst>
          </p:cNvPr>
          <p:cNvCxnSpPr>
            <a:cxnSpLocks/>
          </p:cNvCxnSpPr>
          <p:nvPr/>
        </p:nvCxnSpPr>
        <p:spPr>
          <a:xfrm flipH="1" flipV="1">
            <a:off x="1539882" y="2324703"/>
            <a:ext cx="3265514" cy="1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743D09-F555-374B-2776-8778CB88E7EA}"/>
              </a:ext>
            </a:extLst>
          </p:cNvPr>
          <p:cNvCxnSpPr>
            <a:cxnSpLocks/>
          </p:cNvCxnSpPr>
          <p:nvPr/>
        </p:nvCxnSpPr>
        <p:spPr>
          <a:xfrm flipH="1" flipV="1">
            <a:off x="5080297" y="2321081"/>
            <a:ext cx="3265514" cy="1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F001655-1A9E-2F9E-5CF6-86377D85C2E9}"/>
              </a:ext>
            </a:extLst>
          </p:cNvPr>
          <p:cNvCxnSpPr>
            <a:cxnSpLocks/>
          </p:cNvCxnSpPr>
          <p:nvPr/>
        </p:nvCxnSpPr>
        <p:spPr>
          <a:xfrm flipH="1">
            <a:off x="5269616" y="2773180"/>
            <a:ext cx="1271887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36D9EC8-877F-B2F6-DB2E-8FE2EF480399}"/>
              </a:ext>
            </a:extLst>
          </p:cNvPr>
          <p:cNvCxnSpPr>
            <a:cxnSpLocks/>
          </p:cNvCxnSpPr>
          <p:nvPr/>
        </p:nvCxnSpPr>
        <p:spPr>
          <a:xfrm flipH="1">
            <a:off x="1666095" y="4589674"/>
            <a:ext cx="1271887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1895BBC-E402-06A2-E2EF-1873F00B87A2}"/>
              </a:ext>
            </a:extLst>
          </p:cNvPr>
          <p:cNvCxnSpPr>
            <a:cxnSpLocks/>
          </p:cNvCxnSpPr>
          <p:nvPr/>
        </p:nvCxnSpPr>
        <p:spPr>
          <a:xfrm flipH="1">
            <a:off x="5282440" y="4585014"/>
            <a:ext cx="1271887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62FD4B0-3987-7BD6-B732-F86661394BDA}"/>
              </a:ext>
            </a:extLst>
          </p:cNvPr>
          <p:cNvSpPr txBox="1"/>
          <p:nvPr/>
        </p:nvSpPr>
        <p:spPr>
          <a:xfrm>
            <a:off x="6724410" y="4190362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-4.9%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C62BA6-11B8-F50C-4A29-7AF24BA985FB}"/>
              </a:ext>
            </a:extLst>
          </p:cNvPr>
          <p:cNvSpPr txBox="1"/>
          <p:nvPr/>
        </p:nvSpPr>
        <p:spPr>
          <a:xfrm>
            <a:off x="6724410" y="4585014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CH" sz="1400" dirty="0">
                <a:solidFill>
                  <a:srgbClr val="DC2626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+1.2%</a:t>
            </a:r>
            <a:r>
              <a:rPr lang="fr-CH" dirty="0">
                <a:solidFill>
                  <a:srgbClr val="DC2626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endParaRPr lang="pt-PT" sz="1400" dirty="0">
              <a:solidFill>
                <a:srgbClr val="DC2626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233561A-BB53-1380-6292-5F8EB551EF6F}"/>
              </a:ext>
            </a:extLst>
          </p:cNvPr>
          <p:cNvCxnSpPr>
            <a:cxnSpLocks/>
          </p:cNvCxnSpPr>
          <p:nvPr/>
        </p:nvCxnSpPr>
        <p:spPr>
          <a:xfrm flipH="1" flipV="1">
            <a:off x="5073318" y="4185769"/>
            <a:ext cx="3265514" cy="1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27FC0D4-003E-A360-FD66-00C56C60A135}"/>
              </a:ext>
            </a:extLst>
          </p:cNvPr>
          <p:cNvCxnSpPr>
            <a:cxnSpLocks/>
          </p:cNvCxnSpPr>
          <p:nvPr/>
        </p:nvCxnSpPr>
        <p:spPr>
          <a:xfrm flipH="1" flipV="1">
            <a:off x="1539882" y="4185769"/>
            <a:ext cx="3265514" cy="1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3">
            <a:extLst>
              <a:ext uri="{FF2B5EF4-FFF2-40B4-BE49-F238E27FC236}">
                <a16:creationId xmlns:a16="http://schemas.microsoft.com/office/drawing/2014/main" id="{A8021D0C-67A2-F19E-7B4B-5F822318DB4B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13</a:t>
            </a:r>
            <a:endParaRPr lang="en-US" sz="1100" b="0" strike="noStrike" spc="-1" noProof="0" dirty="0"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951EBA-A88D-FB0B-B73F-200D0B8839D7}"/>
                  </a:ext>
                </a:extLst>
              </p:cNvPr>
              <p:cNvSpPr txBox="1"/>
              <p:nvPr/>
            </p:nvSpPr>
            <p:spPr>
              <a:xfrm>
                <a:off x="2439206" y="2584245"/>
                <a:ext cx="13815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𝑇𝑜𝑡𝑎𝑙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=3957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951EBA-A88D-FB0B-B73F-200D0B883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206" y="2584245"/>
                <a:ext cx="1381532" cy="246221"/>
              </a:xfrm>
              <a:prstGeom prst="rect">
                <a:avLst/>
              </a:prstGeom>
              <a:blipFill>
                <a:blip r:embed="rId11"/>
                <a:stretch>
                  <a:fillRect l="-2643" r="-3965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EC20E0-8630-3338-4D4B-C434B2118864}"/>
                  </a:ext>
                </a:extLst>
              </p:cNvPr>
              <p:cNvSpPr txBox="1"/>
              <p:nvPr/>
            </p:nvSpPr>
            <p:spPr>
              <a:xfrm>
                <a:off x="5608486" y="2630453"/>
                <a:ext cx="13815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𝑇𝑜𝑡𝑎𝑙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=3905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EC20E0-8630-3338-4D4B-C434B2118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86" y="2630453"/>
                <a:ext cx="1381532" cy="246221"/>
              </a:xfrm>
              <a:prstGeom prst="rect">
                <a:avLst/>
              </a:prstGeom>
              <a:blipFill>
                <a:blip r:embed="rId12"/>
                <a:stretch>
                  <a:fillRect l="-2643" r="-3524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8E8AF5-8960-AFEA-55F3-F0D1A769799B}"/>
                  </a:ext>
                </a:extLst>
              </p:cNvPr>
              <p:cNvSpPr txBox="1"/>
              <p:nvPr/>
            </p:nvSpPr>
            <p:spPr>
              <a:xfrm>
                <a:off x="2025809" y="4461903"/>
                <a:ext cx="13815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𝑇𝑜𝑡𝑎𝑙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=3828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8E8AF5-8960-AFEA-55F3-F0D1A7697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09" y="4461903"/>
                <a:ext cx="1381532" cy="246221"/>
              </a:xfrm>
              <a:prstGeom prst="rect">
                <a:avLst/>
              </a:prstGeom>
              <a:blipFill>
                <a:blip r:embed="rId13"/>
                <a:stretch>
                  <a:fillRect l="-2643" r="-3524" b="-3250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6C8B3-30B0-4986-F871-22DD6DD46F05}"/>
                  </a:ext>
                </a:extLst>
              </p:cNvPr>
              <p:cNvSpPr txBox="1"/>
              <p:nvPr/>
            </p:nvSpPr>
            <p:spPr>
              <a:xfrm>
                <a:off x="5608486" y="4457514"/>
                <a:ext cx="13815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fr-CH" sz="16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𝑇𝑜𝑡𝑎𝑙</m:t>
                          </m:r>
                        </m:sub>
                      </m:sSub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=3910</m:t>
                      </m:r>
                      <m:r>
                        <a:rPr lang="fr-CH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𝐽</m:t>
                      </m:r>
                    </m:oMath>
                  </m:oMathPara>
                </a14:m>
                <a:endParaRPr lang="pt-P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26C8B3-30B0-4986-F871-22DD6DD4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86" y="4457514"/>
                <a:ext cx="1381532" cy="246221"/>
              </a:xfrm>
              <a:prstGeom prst="rect">
                <a:avLst/>
              </a:prstGeom>
              <a:blipFill>
                <a:blip r:embed="rId14"/>
                <a:stretch>
                  <a:fillRect l="-2643" r="-3524" b="-2926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3CF686C-57E6-7969-6A3F-6A3A4EF0A76B}"/>
              </a:ext>
            </a:extLst>
          </p:cNvPr>
          <p:cNvSpPr txBox="1"/>
          <p:nvPr/>
        </p:nvSpPr>
        <p:spPr>
          <a:xfrm>
            <a:off x="6920773" y="2565428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-1.3%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13F55-195A-E931-2A59-4E02CED0AE5B}"/>
              </a:ext>
            </a:extLst>
          </p:cNvPr>
          <p:cNvSpPr txBox="1"/>
          <p:nvPr/>
        </p:nvSpPr>
        <p:spPr>
          <a:xfrm>
            <a:off x="3322321" y="4387613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-3.3%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3D265E-BAA1-2B39-D7EE-1F14DC63CE5E}"/>
              </a:ext>
            </a:extLst>
          </p:cNvPr>
          <p:cNvSpPr txBox="1"/>
          <p:nvPr/>
        </p:nvSpPr>
        <p:spPr>
          <a:xfrm>
            <a:off x="6920772" y="4385391"/>
            <a:ext cx="117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-1.2%</a:t>
            </a:r>
            <a:r>
              <a:rPr lang="fr-CH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pt-PT" sz="1400" dirty="0">
              <a:solidFill>
                <a:srgbClr val="16A34A"/>
              </a:solidFill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57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  <p:bldP spid="44" grpId="0" build="allAtOnce"/>
      <p:bldP spid="44" grpId="1" build="allAtOnce"/>
      <p:bldP spid="45" grpId="0" build="allAtOnce"/>
      <p:bldP spid="45" grpId="1" build="allAtOnce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 build="allAtOnce"/>
      <p:bldP spid="53" grpId="0"/>
      <p:bldP spid="53" grpId="1"/>
      <p:bldP spid="54" grpId="0" build="allAtOnce"/>
      <p:bldP spid="55" grpId="0"/>
      <p:bldP spid="55" grpId="1"/>
      <p:bldP spid="66" grpId="0" build="allAtOnce"/>
      <p:bldP spid="67" grpId="0"/>
      <p:bldP spid="67" grpId="1"/>
      <p:bldP spid="21" grpId="0"/>
      <p:bldP spid="22" grpId="0"/>
      <p:bldP spid="25" grpId="0"/>
      <p:bldP spid="26" grpId="0"/>
      <p:bldP spid="27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/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Sweep: Test Execution Design</a:t>
            </a:r>
          </a:p>
        </p:txBody>
      </p:sp>
      <p:sp>
        <p:nvSpPr>
          <p:cNvPr id="10" name="lcard"/>
          <p:cNvSpPr/>
          <p:nvPr/>
        </p:nvSpPr>
        <p:spPr>
          <a:xfrm>
            <a:off x="365760" y="1334484"/>
            <a:ext cx="3840480" cy="3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1" name="lacc"/>
          <p:cNvSpPr/>
          <p:nvPr/>
        </p:nvSpPr>
        <p:spPr>
          <a:xfrm>
            <a:off x="365760" y="1334482"/>
            <a:ext cx="3840480" cy="49652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lctitle"/>
          <p:cNvSpPr/>
          <p:nvPr/>
        </p:nvSpPr>
        <p:spPr>
          <a:xfrm>
            <a:off x="457200" y="1424482"/>
            <a:ext cx="3600000" cy="275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/>
              </a:rPr>
              <a:t>The Problem: Thermal Bias</a:t>
            </a: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B70AA478-DA57-2C16-165F-3F8B560BCAEA}"/>
              </a:ext>
            </a:extLst>
          </p:cNvPr>
          <p:cNvSpPr/>
          <p:nvPr/>
        </p:nvSpPr>
        <p:spPr>
          <a:xfrm>
            <a:off x="429928" y="3185177"/>
            <a:ext cx="362552" cy="658669"/>
          </a:xfrm>
          <a:prstGeom prst="curvedRightArrow">
            <a:avLst>
              <a:gd name="adj1" fmla="val 11331"/>
              <a:gd name="adj2" fmla="val 39600"/>
              <a:gd name="adj3" fmla="val 3677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DD9D0-8BA4-A060-9809-06521F9D3A9B}"/>
              </a:ext>
            </a:extLst>
          </p:cNvPr>
          <p:cNvSpPr/>
          <p:nvPr/>
        </p:nvSpPr>
        <p:spPr>
          <a:xfrm>
            <a:off x="611204" y="3124484"/>
            <a:ext cx="245444" cy="2758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9E710700-A67F-F266-BD0D-D1E2F9B56619}"/>
              </a:ext>
            </a:extLst>
          </p:cNvPr>
          <p:cNvSpPr/>
          <p:nvPr/>
        </p:nvSpPr>
        <p:spPr>
          <a:xfrm flipH="1" flipV="1">
            <a:off x="2932176" y="2729023"/>
            <a:ext cx="237744" cy="554736"/>
          </a:xfrm>
          <a:prstGeom prst="curvedRightArrow">
            <a:avLst>
              <a:gd name="adj1" fmla="val 14578"/>
              <a:gd name="adj2" fmla="val 39378"/>
              <a:gd name="adj3" fmla="val 50641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53B558-FA9B-1997-B45B-11BFCCE99676}"/>
              </a:ext>
            </a:extLst>
          </p:cNvPr>
          <p:cNvSpPr/>
          <p:nvPr/>
        </p:nvSpPr>
        <p:spPr>
          <a:xfrm>
            <a:off x="2852928" y="3185177"/>
            <a:ext cx="164592" cy="16762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lcbody"/>
          <p:cNvSpPr/>
          <p:nvPr/>
        </p:nvSpPr>
        <p:spPr>
          <a:xfrm>
            <a:off x="508084" y="1764483"/>
            <a:ext cx="3620000" cy="28963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050" b="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r>
              <a:rPr lang="en-US" sz="1050" b="0" dirty="0">
                <a:solidFill>
                  <a:srgbClr val="475569"/>
                </a:solidFill>
                <a:latin typeface="Calibri"/>
              </a:rPr>
              <a:t>Running all tests of configuration A before configuration B means they execute at different GPU thermal states — the GPU heats up and throttles clock speed.</a:t>
            </a:r>
          </a:p>
          <a:p>
            <a:pPr>
              <a:lnSpc>
                <a:spcPts val="1600"/>
              </a:lnSpc>
              <a:buNone/>
            </a:pPr>
            <a:r>
              <a:rPr lang="fr-CH" sz="1000" dirty="0"/>
              <a:t>                                                               </a:t>
            </a:r>
          </a:p>
          <a:p>
            <a:pPr>
              <a:lnSpc>
                <a:spcPts val="1600"/>
              </a:lnSpc>
              <a:buNone/>
            </a:pPr>
            <a:endParaRPr sz="1000" dirty="0"/>
          </a:p>
          <a:p>
            <a:pPr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    Group execution (naive):</a:t>
            </a:r>
          </a:p>
          <a:p>
            <a:pPr>
              <a:buNone/>
            </a:pPr>
            <a:r>
              <a:rPr lang="en-US" sz="1100" b="0" dirty="0">
                <a:solidFill>
                  <a:srgbClr val="DC2626"/>
                </a:solidFill>
                <a:latin typeface="Calibri"/>
              </a:rPr>
              <a:t>    A A A A A A A A A </a:t>
            </a:r>
            <a:r>
              <a:rPr lang="en-US" sz="1100" b="0" dirty="0" err="1">
                <a:solidFill>
                  <a:srgbClr val="DC2626"/>
                </a:solidFill>
                <a:latin typeface="Calibri"/>
              </a:rPr>
              <a:t>A</a:t>
            </a:r>
            <a:r>
              <a:rPr lang="en-US" sz="1100" b="0" dirty="0">
                <a:solidFill>
                  <a:srgbClr val="DC2626"/>
                </a:solidFill>
                <a:latin typeface="Calibri"/>
              </a:rPr>
              <a:t> </a:t>
            </a:r>
            <a:r>
              <a:rPr lang="en-US" sz="1200" dirty="0">
                <a:latin typeface="Calibri"/>
              </a:rPr>
              <a:t>→</a:t>
            </a:r>
            <a:r>
              <a:rPr lang="en-US" sz="1100" b="0" dirty="0">
                <a:solidFill>
                  <a:srgbClr val="DC2626"/>
                </a:solidFill>
                <a:latin typeface="Calibri"/>
              </a:rPr>
              <a:t> B B B B B B B B B B </a:t>
            </a:r>
            <a:r>
              <a:rPr lang="en-US" sz="1100" dirty="0">
                <a:solidFill>
                  <a:srgbClr val="DC2626"/>
                </a:solidFill>
                <a:latin typeface="Calibri"/>
              </a:rPr>
              <a:t> </a:t>
            </a:r>
            <a:r>
              <a:rPr lang="en-US" sz="1100" b="0" dirty="0">
                <a:solidFill>
                  <a:srgbClr val="DC2626"/>
                </a:solidFill>
                <a:latin typeface="Calibri"/>
              </a:rPr>
              <a:t>...</a:t>
            </a:r>
          </a:p>
          <a:p>
            <a:pPr>
              <a:buNone/>
            </a:pPr>
            <a:r>
              <a:rPr lang="en-US" sz="1100" b="0" dirty="0">
                <a:solidFill>
                  <a:srgbClr val="94A3B8"/>
                </a:solidFill>
                <a:latin typeface="Calibri"/>
              </a:rPr>
              <a:t>    A runs hot, B runs cool — results not comparable</a:t>
            </a:r>
          </a:p>
          <a:p>
            <a:pPr>
              <a:buNone/>
            </a:pPr>
            <a:endParaRPr lang="fr-CH" sz="500" dirty="0"/>
          </a:p>
          <a:p>
            <a:pPr>
              <a:buNone/>
            </a:pPr>
            <a:endParaRPr sz="500" dirty="0"/>
          </a:p>
          <a:p>
            <a:pPr>
              <a:lnSpc>
                <a:spcPts val="16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/>
              </a:rPr>
              <a:t>             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A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{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Quality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Epic; 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Weather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Default} </a:t>
            </a:r>
            <a:endParaRPr lang="en-US" sz="950" b="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r>
              <a:rPr lang="en-US" sz="1100" b="0" dirty="0">
                <a:solidFill>
                  <a:srgbClr val="475569"/>
                </a:solidFill>
                <a:latin typeface="Calibri"/>
              </a:rPr>
              <a:t>A fixed warmup period of </a:t>
            </a:r>
            <a:r>
              <a:rPr lang="en-US" sz="1100" b="1" dirty="0">
                <a:latin typeface="Calibri"/>
              </a:rPr>
              <a:t>~2 hours </a:t>
            </a:r>
            <a:r>
              <a:rPr lang="en-US" sz="1100" b="0" dirty="0">
                <a:solidFill>
                  <a:srgbClr val="475569"/>
                </a:solidFill>
                <a:latin typeface="Calibri"/>
              </a:rPr>
              <a:t>was found necessary to stabilise GPU temperature - which is impractical as a methodology.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5B85B4B-B737-DC5C-74BE-35F8B7366820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14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" name="hdr_line">
            <a:extLst>
              <a:ext uri="{FF2B5EF4-FFF2-40B4-BE49-F238E27FC236}">
                <a16:creationId xmlns:a16="http://schemas.microsoft.com/office/drawing/2014/main" id="{A230E392-716A-234D-C95B-44F3A763ABAE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ACA20-DCEF-46F5-FC97-B6B939D610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640" y="1155266"/>
            <a:ext cx="4064276" cy="2032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98C284-0105-B5A5-53EC-B9DC33A63F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640" y="3212666"/>
            <a:ext cx="3633897" cy="18169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9C4100-4068-D895-5B46-061F781808E5}"/>
              </a:ext>
            </a:extLst>
          </p:cNvPr>
          <p:cNvSpPr txBox="1"/>
          <p:nvPr/>
        </p:nvSpPr>
        <p:spPr>
          <a:xfrm>
            <a:off x="792480" y="2651391"/>
            <a:ext cx="2779776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rgbClr val="475569"/>
                </a:solidFill>
                <a:latin typeface="Calibri"/>
              </a:rPr>
              <a:t> 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B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{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Quality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Low; </a:t>
            </a:r>
            <a:r>
              <a:rPr lang="en-US" sz="950" b="1" dirty="0">
                <a:solidFill>
                  <a:srgbClr val="475569"/>
                </a:solidFill>
                <a:latin typeface="Calibri"/>
              </a:rPr>
              <a:t>Weather</a:t>
            </a:r>
            <a:r>
              <a:rPr lang="en-US" sz="950" dirty="0">
                <a:solidFill>
                  <a:srgbClr val="475569"/>
                </a:solidFill>
                <a:latin typeface="Calibri"/>
              </a:rPr>
              <a:t> = Default} </a:t>
            </a:r>
            <a:endParaRPr lang="pt-PT" sz="95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3948-884B-64F3-447C-00D2E775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258">
            <a:extLst>
              <a:ext uri="{FF2B5EF4-FFF2-40B4-BE49-F238E27FC236}">
                <a16:creationId xmlns:a16="http://schemas.microsoft.com/office/drawing/2014/main" id="{39429A19-8397-EC5B-A1E9-DBE5DC4B488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681800" y="1984317"/>
            <a:ext cx="411480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7D86CCE7-9C42-0038-9CBF-8EDE3B66942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27880" y="1985397"/>
            <a:ext cx="4115520" cy="2057400"/>
          </a:xfrm>
          <a:prstGeom prst="rect">
            <a:avLst/>
          </a:prstGeom>
          <a:ln w="0">
            <a:solidFill>
              <a:srgbClr val="DDDDDD"/>
            </a:solidFill>
          </a:ln>
        </p:spPr>
      </p:pic>
      <p:sp>
        <p:nvSpPr>
          <p:cNvPr id="261" name="Shape 60">
            <a:extLst>
              <a:ext uri="{FF2B5EF4-FFF2-40B4-BE49-F238E27FC236}">
                <a16:creationId xmlns:a16="http://schemas.microsoft.com/office/drawing/2014/main" id="{64583A93-AA41-0745-19E3-30012FEA09C5}"/>
              </a:ext>
            </a:extLst>
          </p:cNvPr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0F2240"/>
          </a:solidFill>
          <a:ln w="12600">
            <a:solidFill>
              <a:srgbClr val="0F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2" name="Shape 61">
            <a:extLst>
              <a:ext uri="{FF2B5EF4-FFF2-40B4-BE49-F238E27FC236}">
                <a16:creationId xmlns:a16="http://schemas.microsoft.com/office/drawing/2014/main" id="{E907D444-F8B8-9845-2CC8-B0E7A1538BD9}"/>
              </a:ext>
            </a:extLst>
          </p:cNvPr>
          <p:cNvSpPr/>
          <p:nvPr/>
        </p:nvSpPr>
        <p:spPr>
          <a:xfrm>
            <a:off x="0" y="1005840"/>
            <a:ext cx="9142920" cy="53640"/>
          </a:xfrm>
          <a:prstGeom prst="rect">
            <a:avLst/>
          </a:prstGeom>
          <a:solidFill>
            <a:srgbClr val="0D9488"/>
          </a:solidFill>
          <a:ln w="12600">
            <a:solidFill>
              <a:srgbClr val="0D94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63" name="Text 67">
            <a:extLst>
              <a:ext uri="{FF2B5EF4-FFF2-40B4-BE49-F238E27FC236}">
                <a16:creationId xmlns:a16="http://schemas.microsoft.com/office/drawing/2014/main" id="{B5EBBF7F-75C4-6BCB-A762-C91652DFDAC9}"/>
              </a:ext>
            </a:extLst>
          </p:cNvPr>
          <p:cNvSpPr/>
          <p:nvPr/>
        </p:nvSpPr>
        <p:spPr>
          <a:xfrm>
            <a:off x="457200" y="914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C</a:t>
            </a:r>
            <a:r>
              <a:rPr lang="en-US" sz="2600" b="1" strike="noStrike" spc="-1" noProof="0" dirty="0">
                <a:solidFill>
                  <a:srgbClr val="FFFFFF"/>
                </a:solidFill>
                <a:latin typeface="Trebuchet MS"/>
                <a:ea typeface="Trebuchet MS"/>
              </a:rPr>
              <a:t>PU Energy Results</a:t>
            </a:r>
            <a:endParaRPr lang="en-US" sz="2600" b="0" strike="noStrike" spc="-1" noProof="0" dirty="0">
              <a:latin typeface="Arial"/>
            </a:endParaRPr>
          </a:p>
        </p:txBody>
      </p:sp>
      <p:sp>
        <p:nvSpPr>
          <p:cNvPr id="264" name="Text 68">
            <a:extLst>
              <a:ext uri="{FF2B5EF4-FFF2-40B4-BE49-F238E27FC236}">
                <a16:creationId xmlns:a16="http://schemas.microsoft.com/office/drawing/2014/main" id="{B3FE448F-4D40-5E43-C029-1DED1083239C}"/>
              </a:ext>
            </a:extLst>
          </p:cNvPr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15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267" name="Text 92">
            <a:extLst>
              <a:ext uri="{FF2B5EF4-FFF2-40B4-BE49-F238E27FC236}">
                <a16:creationId xmlns:a16="http://schemas.microsoft.com/office/drawing/2014/main" id="{75B70A27-7E5E-4AF4-C1E2-6069EB465468}"/>
              </a:ext>
            </a:extLst>
          </p:cNvPr>
          <p:cNvSpPr/>
          <p:nvPr/>
        </p:nvSpPr>
        <p:spPr>
          <a:xfrm>
            <a:off x="4680000" y="1621448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pc="-1" dirty="0">
                <a:solidFill>
                  <a:srgbClr val="1E293B"/>
                </a:solidFill>
                <a:latin typeface="Trebuchet MS"/>
              </a:rPr>
              <a:t>2h</a:t>
            </a: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</a:rPr>
              <a:t> warmup:</a:t>
            </a:r>
          </a:p>
        </p:txBody>
      </p:sp>
      <p:sp>
        <p:nvSpPr>
          <p:cNvPr id="269" name="Text 69">
            <a:extLst>
              <a:ext uri="{FF2B5EF4-FFF2-40B4-BE49-F238E27FC236}">
                <a16:creationId xmlns:a16="http://schemas.microsoft.com/office/drawing/2014/main" id="{6652F9B6-6C39-7B01-ECEA-E5854301B0C8}"/>
              </a:ext>
            </a:extLst>
          </p:cNvPr>
          <p:cNvSpPr/>
          <p:nvPr/>
        </p:nvSpPr>
        <p:spPr>
          <a:xfrm>
            <a:off x="227880" y="1625763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 noProof="0" dirty="0">
                <a:solidFill>
                  <a:srgbClr val="1E293B"/>
                </a:solidFill>
                <a:latin typeface="Trebuchet MS"/>
                <a:ea typeface="Trebuchet MS"/>
              </a:rPr>
              <a:t>First batch test:</a:t>
            </a:r>
            <a:endParaRPr lang="en-US" sz="1100" b="0" strike="noStrike" spc="-1" noProof="0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1028D-1C3E-ED19-C512-7F7F6BD188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00" y="1984317"/>
            <a:ext cx="3996000" cy="199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F4D4F0-9DD9-F53F-8C2F-F7E5E3E4EE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0" y="1983867"/>
            <a:ext cx="4114800" cy="2057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9A01BC-8942-6AD6-2714-A225023E13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80" y="1983867"/>
            <a:ext cx="4114800" cy="205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88467D-3FFD-5FFF-4B97-C5F59C0610F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0" y="1983867"/>
            <a:ext cx="41148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48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E53A-2372-03DF-DDDF-E9E1E2B3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>
            <a:extLst>
              <a:ext uri="{FF2B5EF4-FFF2-40B4-BE49-F238E27FC236}">
                <a16:creationId xmlns:a16="http://schemas.microsoft.com/office/drawing/2014/main" id="{A4940EDB-9124-C48A-26FC-0880FCC31C9D}"/>
              </a:ext>
            </a:extLst>
          </p:cNvPr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F265F59-BB0A-B854-EE70-DE2CCA65CA6A}"/>
              </a:ext>
            </a:extLst>
          </p:cNvPr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Sweep: Test Execution Design</a:t>
            </a:r>
          </a:p>
        </p:txBody>
      </p:sp>
      <p:sp>
        <p:nvSpPr>
          <p:cNvPr id="20" name="rcard">
            <a:extLst>
              <a:ext uri="{FF2B5EF4-FFF2-40B4-BE49-F238E27FC236}">
                <a16:creationId xmlns:a16="http://schemas.microsoft.com/office/drawing/2014/main" id="{12E4EB7C-ED15-5877-5D98-2B349242B216}"/>
              </a:ext>
            </a:extLst>
          </p:cNvPr>
          <p:cNvSpPr/>
          <p:nvPr/>
        </p:nvSpPr>
        <p:spPr>
          <a:xfrm>
            <a:off x="468549" y="1349800"/>
            <a:ext cx="8217891" cy="327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" name="racc">
            <a:extLst>
              <a:ext uri="{FF2B5EF4-FFF2-40B4-BE49-F238E27FC236}">
                <a16:creationId xmlns:a16="http://schemas.microsoft.com/office/drawing/2014/main" id="{58FFD3C2-CC6D-93F1-E8CA-BCE7A8434D89}"/>
              </a:ext>
            </a:extLst>
          </p:cNvPr>
          <p:cNvSpPr/>
          <p:nvPr/>
        </p:nvSpPr>
        <p:spPr>
          <a:xfrm>
            <a:off x="469989" y="1348988"/>
            <a:ext cx="821789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" name="rctitle">
            <a:extLst>
              <a:ext uri="{FF2B5EF4-FFF2-40B4-BE49-F238E27FC236}">
                <a16:creationId xmlns:a16="http://schemas.microsoft.com/office/drawing/2014/main" id="{E4001926-8ED1-248A-0C2D-9310D2DB3AB9}"/>
              </a:ext>
            </a:extLst>
          </p:cNvPr>
          <p:cNvSpPr/>
          <p:nvPr/>
        </p:nvSpPr>
        <p:spPr>
          <a:xfrm>
            <a:off x="534536" y="1432929"/>
            <a:ext cx="3900000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/>
              </a:rPr>
              <a:t>The Solution: Randomised Block Design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9C0B129-0DB9-A938-B8B2-3EF8F8BF6842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16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" name="hdr_line">
            <a:extLst>
              <a:ext uri="{FF2B5EF4-FFF2-40B4-BE49-F238E27FC236}">
                <a16:creationId xmlns:a16="http://schemas.microsoft.com/office/drawing/2014/main" id="{2CB57A49-447B-66E4-34C6-F15ABBD85B76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C6C84-E4D8-0A90-EA1B-46423C8BA28C}"/>
              </a:ext>
            </a:extLst>
          </p:cNvPr>
          <p:cNvSpPr txBox="1"/>
          <p:nvPr/>
        </p:nvSpPr>
        <p:spPr>
          <a:xfrm>
            <a:off x="4434536" y="2194378"/>
            <a:ext cx="4266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1E293B"/>
                </a:solidFill>
                <a:latin typeface="Calibri"/>
              </a:rPr>
              <a:t>Final Design (Shuffle):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Calibri"/>
            </a:endParaRPr>
          </a:p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1: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A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F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D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B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E  ...  Q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×18 Configs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D9488"/>
              </a:solidFill>
              <a:effectLst/>
              <a:uLnTx/>
              <a:uFillTx/>
              <a:latin typeface="Calibri"/>
            </a:endParaRPr>
          </a:p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2: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H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B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R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A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E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C  ...  D</a:t>
            </a:r>
          </a:p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3: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E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D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A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R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C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B  ...  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</a:rPr>
              <a:t>     ⋮  ×10 blocks</a:t>
            </a:r>
            <a:endParaRPr lang="pt-PT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9170A-F5CD-228B-50D4-61BA861BFC12}"/>
              </a:ext>
            </a:extLst>
          </p:cNvPr>
          <p:cNvSpPr txBox="1"/>
          <p:nvPr/>
        </p:nvSpPr>
        <p:spPr>
          <a:xfrm>
            <a:off x="4571820" y="3607038"/>
            <a:ext cx="3537464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Key properties:</a:t>
            </a:r>
          </a:p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✓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</a:rPr>
              <a:t>Every configuration appears exactly once per block</a:t>
            </a:r>
          </a:p>
          <a:p>
            <a:pPr lvl="0">
              <a:lnSpc>
                <a:spcPts val="1400"/>
              </a:lnSpc>
              <a:defRPr/>
            </a:pPr>
            <a:r>
              <a:rPr lang="en-US" sz="1200" dirty="0">
                <a:solidFill>
                  <a:srgbClr val="0D9488"/>
                </a:solidFill>
                <a:latin typeface="Calibri"/>
              </a:rPr>
              <a:t>✓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</a:rPr>
              <a:t>No condition is systematically first or last</a:t>
            </a:r>
          </a:p>
          <a:p>
            <a:pPr lvl="0">
              <a:lnSpc>
                <a:spcPts val="1400"/>
              </a:lnSpc>
              <a:defRPr/>
            </a:pPr>
            <a:r>
              <a:rPr lang="en-US" sz="1200" dirty="0">
                <a:solidFill>
                  <a:srgbClr val="0D9488"/>
                </a:solidFill>
                <a:latin typeface="Calibri"/>
              </a:rPr>
              <a:t>✓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</a:rPr>
              <a:t>Standard design in empirical software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719D1-6F79-AAEF-3D44-DC3E9F3CE576}"/>
              </a:ext>
            </a:extLst>
          </p:cNvPr>
          <p:cNvSpPr txBox="1"/>
          <p:nvPr/>
        </p:nvSpPr>
        <p:spPr>
          <a:xfrm>
            <a:off x="726640" y="2040878"/>
            <a:ext cx="32036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Group execution:</a:t>
            </a:r>
          </a:p>
          <a:p>
            <a:pPr lvl="0"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   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×10 Runs /config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↓</a:t>
            </a:r>
            <a:r>
              <a:rPr lang="en-US" sz="1400" dirty="0">
                <a:solidFill>
                  <a:srgbClr val="DC2626"/>
                </a:solidFill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B</a:t>
            </a:r>
            <a:endParaRPr lang="en-US" sz="1400" dirty="0">
              <a:solidFill>
                <a:srgbClr val="DC2626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↓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C2626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↓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D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</a:t>
            </a:r>
          </a:p>
          <a:p>
            <a:pPr lvl="0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↓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/>
              </a:rPr>
              <a:t> …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×18 Configs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C2626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0C76F-F838-425A-9AB6-5F23CCEA8937}"/>
              </a:ext>
            </a:extLst>
          </p:cNvPr>
          <p:cNvSpPr txBox="1"/>
          <p:nvPr/>
        </p:nvSpPr>
        <p:spPr>
          <a:xfrm>
            <a:off x="4434536" y="2189745"/>
            <a:ext cx="4134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1E293B"/>
                </a:solidFill>
                <a:latin typeface="Calibri"/>
              </a:rPr>
              <a:t>Block design: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Calibri"/>
            </a:endParaRPr>
          </a:p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1:  </a:t>
            </a:r>
            <a:r>
              <a:rPr lang="en-US" sz="1400" dirty="0">
                <a:solidFill>
                  <a:srgbClr val="0D9488"/>
                </a:solidFill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→</a:t>
            </a:r>
            <a:r>
              <a:rPr lang="en-US" sz="1400" dirty="0">
                <a:solidFill>
                  <a:srgbClr val="0D9488"/>
                </a:solidFill>
                <a:latin typeface="Calibri"/>
              </a:rPr>
              <a:t> 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F  ...  R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×18 Configs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D9488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2:  </a:t>
            </a:r>
            <a:r>
              <a:rPr lang="en-US" sz="1400" dirty="0">
                <a:solidFill>
                  <a:srgbClr val="0D9488"/>
                </a:solidFill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B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F  ... 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   Block 3:  </a:t>
            </a:r>
            <a:r>
              <a:rPr lang="en-US" sz="1400" dirty="0">
                <a:solidFill>
                  <a:srgbClr val="0D9488"/>
                </a:solidFill>
                <a:latin typeface="Calibri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B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C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→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 F  ... 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</a:rPr>
              <a:t>  ⋮  ×10 blocks</a:t>
            </a:r>
            <a:endParaRPr lang="pt-PT" sz="2000" dirty="0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D4BCE8A4-4352-03EC-0795-47EB8385C27D}"/>
              </a:ext>
            </a:extLst>
          </p:cNvPr>
          <p:cNvSpPr/>
          <p:nvPr/>
        </p:nvSpPr>
        <p:spPr>
          <a:xfrm>
            <a:off x="3930316" y="2281917"/>
            <a:ext cx="413496" cy="1175708"/>
          </a:xfrm>
          <a:prstGeom prst="chevron">
            <a:avLst>
              <a:gd name="adj" fmla="val 61101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9FD1C-AAC8-B4AC-44CE-CA337F0AE278}"/>
              </a:ext>
            </a:extLst>
          </p:cNvPr>
          <p:cNvSpPr txBox="1"/>
          <p:nvPr/>
        </p:nvSpPr>
        <p:spPr>
          <a:xfrm>
            <a:off x="4570381" y="3606928"/>
            <a:ext cx="3537464" cy="64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</a:rPr>
              <a:t>Key properties:</a:t>
            </a:r>
          </a:p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/>
              </a:rPr>
              <a:t>✓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</a:rPr>
              <a:t>Every configuration appears exactly once per block</a:t>
            </a:r>
          </a:p>
          <a:p>
            <a:pPr lvl="0">
              <a:lnSpc>
                <a:spcPts val="1400"/>
              </a:lnSpc>
              <a:defRPr/>
            </a:pPr>
            <a:r>
              <a:rPr lang="en-US" sz="1200" dirty="0">
                <a:solidFill>
                  <a:srgbClr val="DC2626"/>
                </a:solidFill>
                <a:latin typeface="Calibri"/>
              </a:rPr>
              <a:t>✘</a:t>
            </a:r>
            <a:r>
              <a:rPr lang="en-US" sz="1200" dirty="0">
                <a:solidFill>
                  <a:srgbClr val="0D9488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/>
              </a:rPr>
              <a:t>The c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/>
              </a:rPr>
              <a:t>ondition</a:t>
            </a:r>
            <a:r>
              <a:rPr lang="en-US" sz="1200" dirty="0">
                <a:solidFill>
                  <a:srgbClr val="475569"/>
                </a:solidFill>
                <a:latin typeface="Calibri"/>
              </a:rPr>
              <a:t>s order is still unfair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12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17" grpId="1"/>
      <p:bldP spid="24" grpId="0"/>
      <p:bldP spid="2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title"/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/>
              </a:rPr>
              <a:t>Block Structure: 18 Conditions × 10 Blocks</a:t>
            </a:r>
          </a:p>
        </p:txBody>
      </p:sp>
      <p:sp>
        <p:nvSpPr>
          <p:cNvPr id="10" name="ftcard"/>
          <p:cNvSpPr/>
          <p:nvPr/>
        </p:nvSpPr>
        <p:spPr>
          <a:xfrm>
            <a:off x="365760" y="1130000"/>
            <a:ext cx="8412480" cy="1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1" name="ftlabel"/>
          <p:cNvSpPr/>
          <p:nvPr/>
        </p:nvSpPr>
        <p:spPr>
          <a:xfrm>
            <a:off x="457200" y="1220105"/>
            <a:ext cx="800000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/>
              </a:rPr>
              <a:t>Factor Space  —  3 × 3 × 2 = 18 conditions per block</a:t>
            </a:r>
          </a:p>
        </p:txBody>
      </p:sp>
      <p:sp>
        <p:nvSpPr>
          <p:cNvPr id="12" name="h1"/>
          <p:cNvSpPr/>
          <p:nvPr/>
        </p:nvSpPr>
        <p:spPr>
          <a:xfrm>
            <a:off x="950000" y="1675585"/>
            <a:ext cx="2100000" cy="26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NPC Count</a:t>
            </a:r>
          </a:p>
        </p:txBody>
      </p:sp>
      <p:sp>
        <p:nvSpPr>
          <p:cNvPr id="13" name="h2"/>
          <p:cNvSpPr/>
          <p:nvPr/>
        </p:nvSpPr>
        <p:spPr>
          <a:xfrm>
            <a:off x="3250000" y="1675585"/>
            <a:ext cx="2500000" cy="26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Physics Step </a:t>
            </a:r>
            <a:r>
              <a:rPr lang="el-GR" sz="900" b="1" dirty="0">
                <a:solidFill>
                  <a:srgbClr val="FFFFFF"/>
                </a:solidFill>
                <a:latin typeface="Trebuchet MS"/>
              </a:rPr>
              <a:t>Δ</a:t>
            </a:r>
            <a:endParaRPr lang="en-US" sz="900" b="1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4" name="h3"/>
          <p:cNvSpPr/>
          <p:nvPr/>
        </p:nvSpPr>
        <p:spPr>
          <a:xfrm>
            <a:off x="5950000" y="1675585"/>
            <a:ext cx="2400000" cy="26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Lidar Points / sec</a:t>
            </a:r>
          </a:p>
        </p:txBody>
      </p:sp>
      <p:sp>
        <p:nvSpPr>
          <p:cNvPr id="15" name="frow"/>
          <p:cNvSpPr/>
          <p:nvPr/>
        </p:nvSpPr>
        <p:spPr>
          <a:xfrm>
            <a:off x="457200" y="1750000"/>
            <a:ext cx="8000000" cy="7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npc1"/>
          <p:cNvSpPr/>
          <p:nvPr/>
        </p:nvSpPr>
        <p:spPr>
          <a:xfrm>
            <a:off x="950000" y="1965585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10</a:t>
            </a:r>
          </a:p>
        </p:txBody>
      </p:sp>
      <p:sp>
        <p:nvSpPr>
          <p:cNvPr id="17" name="npc2"/>
          <p:cNvSpPr/>
          <p:nvPr/>
        </p:nvSpPr>
        <p:spPr>
          <a:xfrm>
            <a:off x="1720000" y="1965585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30</a:t>
            </a:r>
          </a:p>
        </p:txBody>
      </p:sp>
      <p:sp>
        <p:nvSpPr>
          <p:cNvPr id="18" name="npc3"/>
          <p:cNvSpPr/>
          <p:nvPr/>
        </p:nvSpPr>
        <p:spPr>
          <a:xfrm>
            <a:off x="2490000" y="1957845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50</a:t>
            </a:r>
          </a:p>
        </p:txBody>
      </p:sp>
      <p:sp>
        <p:nvSpPr>
          <p:cNvPr id="19" name="ph1"/>
          <p:cNvSpPr/>
          <p:nvPr/>
        </p:nvSpPr>
        <p:spPr>
          <a:xfrm>
            <a:off x="3245000" y="1965585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0.1 s</a:t>
            </a:r>
          </a:p>
        </p:txBody>
      </p:sp>
      <p:sp>
        <p:nvSpPr>
          <p:cNvPr id="20" name="ph2"/>
          <p:cNvSpPr/>
          <p:nvPr/>
        </p:nvSpPr>
        <p:spPr>
          <a:xfrm>
            <a:off x="4150000" y="1965585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0.05 s</a:t>
            </a:r>
          </a:p>
        </p:txBody>
      </p:sp>
      <p:sp>
        <p:nvSpPr>
          <p:cNvPr id="21" name="ph3"/>
          <p:cNvSpPr/>
          <p:nvPr/>
        </p:nvSpPr>
        <p:spPr>
          <a:xfrm>
            <a:off x="5050000" y="1965585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0.02 s</a:t>
            </a:r>
          </a:p>
        </p:txBody>
      </p:sp>
      <p:sp>
        <p:nvSpPr>
          <p:cNvPr id="22" name="li1"/>
          <p:cNvSpPr/>
          <p:nvPr/>
        </p:nvSpPr>
        <p:spPr>
          <a:xfrm>
            <a:off x="5950000" y="1965585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 k</a:t>
            </a:r>
          </a:p>
        </p:txBody>
      </p:sp>
      <p:sp>
        <p:nvSpPr>
          <p:cNvPr id="23" name="li2"/>
          <p:cNvSpPr/>
          <p:nvPr/>
        </p:nvSpPr>
        <p:spPr>
          <a:xfrm>
            <a:off x="7350000" y="1965585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100 k</a:t>
            </a:r>
          </a:p>
        </p:txBody>
      </p:sp>
      <p:sp>
        <p:nvSpPr>
          <p:cNvPr id="30" name="bcard"/>
          <p:cNvSpPr/>
          <p:nvPr/>
        </p:nvSpPr>
        <p:spPr>
          <a:xfrm>
            <a:off x="365760" y="2760000"/>
            <a:ext cx="8412480" cy="21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1" name="btitle"/>
          <p:cNvSpPr/>
          <p:nvPr/>
        </p:nvSpPr>
        <p:spPr>
          <a:xfrm>
            <a:off x="500000" y="2880210"/>
            <a:ext cx="5000000" cy="2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/>
              </a:rPr>
              <a:t>Session structure  —  180 runs total  (18 × 10 blocks)</a:t>
            </a:r>
          </a:p>
        </p:txBody>
      </p:sp>
      <p:sp>
        <p:nvSpPr>
          <p:cNvPr id="40" name="bl1lbl"/>
          <p:cNvSpPr/>
          <p:nvPr/>
        </p:nvSpPr>
        <p:spPr>
          <a:xfrm>
            <a:off x="500000" y="3190210"/>
            <a:ext cx="560000" cy="56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B1</a:t>
            </a:r>
          </a:p>
        </p:txBody>
      </p:sp>
      <p:sp>
        <p:nvSpPr>
          <p:cNvPr id="41" name="bl1runs"/>
          <p:cNvSpPr/>
          <p:nvPr/>
        </p:nvSpPr>
        <p:spPr>
          <a:xfrm>
            <a:off x="1150000" y="3190210"/>
            <a:ext cx="7200000" cy="560000"/>
          </a:xfrm>
          <a:prstGeom prst="rect">
            <a:avLst/>
          </a:prstGeom>
          <a:solidFill>
            <a:srgbClr val="F1F5F9"/>
          </a:solidFill>
          <a:ln w="9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0369A1"/>
                </a:solidFill>
                <a:latin typeface="Calibri"/>
              </a:rPr>
              <a:t>                                                         </a:t>
            </a:r>
            <a:r>
              <a:rPr lang="en-US" sz="750" b="0" spc="200" dirty="0">
                <a:solidFill>
                  <a:srgbClr val="94A3B8"/>
                </a:solidFill>
                <a:latin typeface="Calibri"/>
              </a:rPr>
              <a:t>                                                 ×18</a:t>
            </a:r>
          </a:p>
        </p:txBody>
      </p:sp>
      <p:sp>
        <p:nvSpPr>
          <p:cNvPr id="42" name="bl2lbl"/>
          <p:cNvSpPr/>
          <p:nvPr/>
        </p:nvSpPr>
        <p:spPr>
          <a:xfrm>
            <a:off x="500000" y="3810210"/>
            <a:ext cx="560000" cy="56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B2</a:t>
            </a:r>
          </a:p>
        </p:txBody>
      </p:sp>
      <p:sp>
        <p:nvSpPr>
          <p:cNvPr id="43" name="bl2runs"/>
          <p:cNvSpPr/>
          <p:nvPr/>
        </p:nvSpPr>
        <p:spPr>
          <a:xfrm>
            <a:off x="1150000" y="3810210"/>
            <a:ext cx="7200000" cy="560000"/>
          </a:xfrm>
          <a:prstGeom prst="rect">
            <a:avLst/>
          </a:prstGeom>
          <a:solidFill>
            <a:srgbClr val="F1F5F9"/>
          </a:solidFill>
          <a:ln w="9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l">
              <a:buNone/>
            </a:pPr>
            <a:r>
              <a:rPr lang="en-US" sz="750" b="1" spc="200" dirty="0">
                <a:solidFill>
                  <a:srgbClr val="0369A1"/>
                </a:solidFill>
                <a:latin typeface="Calibri"/>
              </a:rPr>
              <a:t>                                                     </a:t>
            </a:r>
            <a:r>
              <a:rPr lang="en-US" sz="750" b="0" spc="200" dirty="0">
                <a:solidFill>
                  <a:srgbClr val="94A3B8"/>
                </a:solidFill>
                <a:latin typeface="Calibri"/>
              </a:rPr>
              <a:t>                                                                                      …  ×18</a:t>
            </a:r>
          </a:p>
        </p:txBody>
      </p:sp>
      <p:sp>
        <p:nvSpPr>
          <p:cNvPr id="50" name="legend"/>
          <p:cNvSpPr/>
          <p:nvPr/>
        </p:nvSpPr>
        <p:spPr>
          <a:xfrm>
            <a:off x="500000" y="4440210"/>
            <a:ext cx="8200000" cy="2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94A3B8"/>
                </a:solidFill>
                <a:latin typeface="Calibri"/>
              </a:rPr>
              <a:t>    Order reshuffled each block.</a:t>
            </a:r>
          </a:p>
        </p:txBody>
      </p:sp>
      <p:sp>
        <p:nvSpPr>
          <p:cNvPr id="60" name="stat1"/>
          <p:cNvSpPr/>
          <p:nvPr/>
        </p:nvSpPr>
        <p:spPr>
          <a:xfrm>
            <a:off x="6569491" y="2900210"/>
            <a:ext cx="1060000" cy="800000"/>
          </a:xfrm>
          <a:prstGeom prst="roundRect">
            <a:avLst>
              <a:gd name="adj" fmla="val 10000"/>
            </a:avLst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/>
              </a:rPr>
              <a:t>18</a:t>
            </a:r>
          </a:p>
          <a:p>
            <a:pPr algn="ctr">
              <a:buNone/>
            </a:pPr>
            <a:r>
              <a:rPr lang="en-US" sz="750" b="0" dirty="0">
                <a:solidFill>
                  <a:srgbClr val="94A3B8"/>
                </a:solidFill>
                <a:latin typeface="Calibri"/>
              </a:rPr>
              <a:t>combos / block</a:t>
            </a:r>
          </a:p>
        </p:txBody>
      </p:sp>
      <p:sp>
        <p:nvSpPr>
          <p:cNvPr id="61" name="stat2"/>
          <p:cNvSpPr/>
          <p:nvPr/>
        </p:nvSpPr>
        <p:spPr>
          <a:xfrm>
            <a:off x="7665218" y="2900210"/>
            <a:ext cx="1060000" cy="800000"/>
          </a:xfrm>
          <a:prstGeom prst="roundRect">
            <a:avLst>
              <a:gd name="adj" fmla="val 10000"/>
            </a:avLst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/>
              </a:rPr>
              <a:t>180</a:t>
            </a:r>
          </a:p>
          <a:p>
            <a:pPr algn="ctr">
              <a:buNone/>
            </a:pPr>
            <a:r>
              <a:rPr lang="en-US" sz="750" b="0" dirty="0">
                <a:solidFill>
                  <a:srgbClr val="94A3B8"/>
                </a:solidFill>
                <a:latin typeface="Calibri"/>
              </a:rPr>
              <a:t>total runs</a:t>
            </a:r>
          </a:p>
        </p:txBody>
      </p:sp>
      <p:sp>
        <p:nvSpPr>
          <p:cNvPr id="5" name="npc2">
            <a:extLst>
              <a:ext uri="{FF2B5EF4-FFF2-40B4-BE49-F238E27FC236}">
                <a16:creationId xmlns:a16="http://schemas.microsoft.com/office/drawing/2014/main" id="{F900B0ED-EE30-2226-9BD2-5CD09F7642B3}"/>
              </a:ext>
            </a:extLst>
          </p:cNvPr>
          <p:cNvSpPr/>
          <p:nvPr/>
        </p:nvSpPr>
        <p:spPr>
          <a:xfrm>
            <a:off x="1194240" y="3340182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30</a:t>
            </a:r>
          </a:p>
        </p:txBody>
      </p:sp>
      <p:sp>
        <p:nvSpPr>
          <p:cNvPr id="6" name="ph1">
            <a:extLst>
              <a:ext uri="{FF2B5EF4-FFF2-40B4-BE49-F238E27FC236}">
                <a16:creationId xmlns:a16="http://schemas.microsoft.com/office/drawing/2014/main" id="{1F765FC4-B86E-9F6B-F071-5E274B92C30E}"/>
              </a:ext>
            </a:extLst>
          </p:cNvPr>
          <p:cNvSpPr/>
          <p:nvPr/>
        </p:nvSpPr>
        <p:spPr>
          <a:xfrm>
            <a:off x="1781440" y="3338203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0.1 s</a:t>
            </a:r>
          </a:p>
        </p:txBody>
      </p:sp>
      <p:sp>
        <p:nvSpPr>
          <p:cNvPr id="7" name="li2">
            <a:extLst>
              <a:ext uri="{FF2B5EF4-FFF2-40B4-BE49-F238E27FC236}">
                <a16:creationId xmlns:a16="http://schemas.microsoft.com/office/drawing/2014/main" id="{C46A1477-2928-1B52-03C3-50E6A553B957}"/>
              </a:ext>
            </a:extLst>
          </p:cNvPr>
          <p:cNvSpPr/>
          <p:nvPr/>
        </p:nvSpPr>
        <p:spPr>
          <a:xfrm>
            <a:off x="2508640" y="3338203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100 k</a:t>
            </a:r>
          </a:p>
        </p:txBody>
      </p:sp>
      <p:sp>
        <p:nvSpPr>
          <p:cNvPr id="8" name="npc1">
            <a:extLst>
              <a:ext uri="{FF2B5EF4-FFF2-40B4-BE49-F238E27FC236}">
                <a16:creationId xmlns:a16="http://schemas.microsoft.com/office/drawing/2014/main" id="{66265215-9B69-A36F-5B4D-F6F3AAA6CB24}"/>
              </a:ext>
            </a:extLst>
          </p:cNvPr>
          <p:cNvSpPr/>
          <p:nvPr/>
        </p:nvSpPr>
        <p:spPr>
          <a:xfrm>
            <a:off x="3870000" y="3338203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10</a:t>
            </a:r>
          </a:p>
        </p:txBody>
      </p:sp>
      <p:sp>
        <p:nvSpPr>
          <p:cNvPr id="9" name="ph3">
            <a:extLst>
              <a:ext uri="{FF2B5EF4-FFF2-40B4-BE49-F238E27FC236}">
                <a16:creationId xmlns:a16="http://schemas.microsoft.com/office/drawing/2014/main" id="{5AEC0B28-20BD-0C92-B022-C1ED1ABB718B}"/>
              </a:ext>
            </a:extLst>
          </p:cNvPr>
          <p:cNvSpPr/>
          <p:nvPr/>
        </p:nvSpPr>
        <p:spPr>
          <a:xfrm>
            <a:off x="4457200" y="3338203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0.02 s</a:t>
            </a:r>
          </a:p>
        </p:txBody>
      </p:sp>
      <p:sp>
        <p:nvSpPr>
          <p:cNvPr id="24" name="li1">
            <a:extLst>
              <a:ext uri="{FF2B5EF4-FFF2-40B4-BE49-F238E27FC236}">
                <a16:creationId xmlns:a16="http://schemas.microsoft.com/office/drawing/2014/main" id="{9167B286-8B80-10A3-98FD-D04E81257BC9}"/>
              </a:ext>
            </a:extLst>
          </p:cNvPr>
          <p:cNvSpPr/>
          <p:nvPr/>
        </p:nvSpPr>
        <p:spPr>
          <a:xfrm>
            <a:off x="5184400" y="3329603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 k</a:t>
            </a:r>
          </a:p>
        </p:txBody>
      </p:sp>
      <p:sp>
        <p:nvSpPr>
          <p:cNvPr id="25" name="npc3">
            <a:extLst>
              <a:ext uri="{FF2B5EF4-FFF2-40B4-BE49-F238E27FC236}">
                <a16:creationId xmlns:a16="http://schemas.microsoft.com/office/drawing/2014/main" id="{9A2B5019-4BDB-AB76-1612-B6AA28130002}"/>
              </a:ext>
            </a:extLst>
          </p:cNvPr>
          <p:cNvSpPr/>
          <p:nvPr/>
        </p:nvSpPr>
        <p:spPr>
          <a:xfrm>
            <a:off x="1207398" y="3936610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50</a:t>
            </a:r>
          </a:p>
        </p:txBody>
      </p:sp>
      <p:sp>
        <p:nvSpPr>
          <p:cNvPr id="26" name="ph2">
            <a:extLst>
              <a:ext uri="{FF2B5EF4-FFF2-40B4-BE49-F238E27FC236}">
                <a16:creationId xmlns:a16="http://schemas.microsoft.com/office/drawing/2014/main" id="{5C57998E-7F52-2824-D6B8-072720938F8A}"/>
              </a:ext>
            </a:extLst>
          </p:cNvPr>
          <p:cNvSpPr/>
          <p:nvPr/>
        </p:nvSpPr>
        <p:spPr>
          <a:xfrm>
            <a:off x="1786598" y="3936610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0.05 s</a:t>
            </a:r>
          </a:p>
        </p:txBody>
      </p:sp>
      <p:sp>
        <p:nvSpPr>
          <p:cNvPr id="27" name="li1">
            <a:extLst>
              <a:ext uri="{FF2B5EF4-FFF2-40B4-BE49-F238E27FC236}">
                <a16:creationId xmlns:a16="http://schemas.microsoft.com/office/drawing/2014/main" id="{640F9D63-9582-48C9-9446-820A283ABFF9}"/>
              </a:ext>
            </a:extLst>
          </p:cNvPr>
          <p:cNvSpPr/>
          <p:nvPr/>
        </p:nvSpPr>
        <p:spPr>
          <a:xfrm>
            <a:off x="2508640" y="3936610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 k</a:t>
            </a:r>
          </a:p>
        </p:txBody>
      </p:sp>
      <p:sp>
        <p:nvSpPr>
          <p:cNvPr id="28" name="npc2">
            <a:extLst>
              <a:ext uri="{FF2B5EF4-FFF2-40B4-BE49-F238E27FC236}">
                <a16:creationId xmlns:a16="http://schemas.microsoft.com/office/drawing/2014/main" id="{ED80FBEA-F4EA-AE33-944B-CC9C3216D013}"/>
              </a:ext>
            </a:extLst>
          </p:cNvPr>
          <p:cNvSpPr/>
          <p:nvPr/>
        </p:nvSpPr>
        <p:spPr>
          <a:xfrm>
            <a:off x="3870000" y="3936610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30</a:t>
            </a:r>
          </a:p>
        </p:txBody>
      </p:sp>
      <p:sp>
        <p:nvSpPr>
          <p:cNvPr id="29" name="ph1">
            <a:extLst>
              <a:ext uri="{FF2B5EF4-FFF2-40B4-BE49-F238E27FC236}">
                <a16:creationId xmlns:a16="http://schemas.microsoft.com/office/drawing/2014/main" id="{80538793-AAFE-ACDA-BE85-20BC5481E8CD}"/>
              </a:ext>
            </a:extLst>
          </p:cNvPr>
          <p:cNvSpPr/>
          <p:nvPr/>
        </p:nvSpPr>
        <p:spPr>
          <a:xfrm>
            <a:off x="4457200" y="3936610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0.1 s</a:t>
            </a:r>
          </a:p>
        </p:txBody>
      </p:sp>
      <p:sp>
        <p:nvSpPr>
          <p:cNvPr id="32" name="li1">
            <a:extLst>
              <a:ext uri="{FF2B5EF4-FFF2-40B4-BE49-F238E27FC236}">
                <a16:creationId xmlns:a16="http://schemas.microsoft.com/office/drawing/2014/main" id="{99DAFA97-7B26-1615-16F6-B8A1EA8F5B44}"/>
              </a:ext>
            </a:extLst>
          </p:cNvPr>
          <p:cNvSpPr/>
          <p:nvPr/>
        </p:nvSpPr>
        <p:spPr>
          <a:xfrm>
            <a:off x="5184400" y="3940147"/>
            <a:ext cx="1000000" cy="2800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4C1D95"/>
                </a:solidFill>
                <a:latin typeface="Calibri"/>
              </a:rPr>
              <a:t>10 k</a:t>
            </a:r>
          </a:p>
        </p:txBody>
      </p:sp>
      <p:sp>
        <p:nvSpPr>
          <p:cNvPr id="33" name="npc2">
            <a:extLst>
              <a:ext uri="{FF2B5EF4-FFF2-40B4-BE49-F238E27FC236}">
                <a16:creationId xmlns:a16="http://schemas.microsoft.com/office/drawing/2014/main" id="{93067144-325B-C7C3-A7E1-0D3B329E9A99}"/>
              </a:ext>
            </a:extLst>
          </p:cNvPr>
          <p:cNvSpPr/>
          <p:nvPr/>
        </p:nvSpPr>
        <p:spPr>
          <a:xfrm>
            <a:off x="6523386" y="3936610"/>
            <a:ext cx="560000" cy="2800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libri"/>
              </a:rPr>
              <a:t>30</a:t>
            </a:r>
          </a:p>
        </p:txBody>
      </p:sp>
      <p:sp>
        <p:nvSpPr>
          <p:cNvPr id="34" name="ph2">
            <a:extLst>
              <a:ext uri="{FF2B5EF4-FFF2-40B4-BE49-F238E27FC236}">
                <a16:creationId xmlns:a16="http://schemas.microsoft.com/office/drawing/2014/main" id="{9C88CE82-7D7A-D3EE-7EF0-556E08CA9995}"/>
              </a:ext>
            </a:extLst>
          </p:cNvPr>
          <p:cNvSpPr/>
          <p:nvPr/>
        </p:nvSpPr>
        <p:spPr>
          <a:xfrm>
            <a:off x="7104604" y="3936610"/>
            <a:ext cx="700000" cy="280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/>
              </a:rPr>
              <a:t>0.05 s</a:t>
            </a:r>
          </a:p>
        </p:txBody>
      </p:sp>
      <p:sp>
        <p:nvSpPr>
          <p:cNvPr id="36" name="Text 68">
            <a:extLst>
              <a:ext uri="{FF2B5EF4-FFF2-40B4-BE49-F238E27FC236}">
                <a16:creationId xmlns:a16="http://schemas.microsoft.com/office/drawing/2014/main" id="{A6D1257C-4603-5F66-0455-A6CB73672E96}"/>
              </a:ext>
            </a:extLst>
          </p:cNvPr>
          <p:cNvSpPr/>
          <p:nvPr/>
        </p:nvSpPr>
        <p:spPr>
          <a:xfrm>
            <a:off x="457200" y="71316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17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4" name="hdr_line">
            <a:extLst>
              <a:ext uri="{FF2B5EF4-FFF2-40B4-BE49-F238E27FC236}">
                <a16:creationId xmlns:a16="http://schemas.microsoft.com/office/drawing/2014/main" id="{BCC9FBBE-B018-26C8-E564-16D27434C19F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36D3A-B2A5-8FB8-D8EA-ADB89FB7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8">
            <a:extLst>
              <a:ext uri="{FF2B5EF4-FFF2-40B4-BE49-F238E27FC236}">
                <a16:creationId xmlns:a16="http://schemas.microsoft.com/office/drawing/2014/main" id="{E9AE763C-6844-0261-988A-7A225F067F31}"/>
              </a:ext>
            </a:extLst>
          </p:cNvPr>
          <p:cNvSpPr/>
          <p:nvPr/>
        </p:nvSpPr>
        <p:spPr>
          <a:xfrm>
            <a:off x="115824" y="0"/>
            <a:ext cx="8228520" cy="3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18</a:t>
            </a:r>
            <a:endParaRPr lang="en-US" sz="1100" b="0" strike="noStrike" spc="-1" noProof="0" dirty="0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5A3D9-19D4-AF2B-9BAE-D4D495AF4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3" y="858253"/>
            <a:ext cx="4296070" cy="3426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15F83-4A54-B3B3-65D8-330DD8202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846" y="858253"/>
            <a:ext cx="4296071" cy="342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75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-6240" y="-10134"/>
            <a:ext cx="9144000" cy="90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/>
          <p:cNvSpPr/>
          <p:nvPr/>
        </p:nvSpPr>
        <p:spPr>
          <a:xfrm>
            <a:off x="457200" y="80000"/>
            <a:ext cx="7400000" cy="6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/>
              </a:rPr>
              <a:t>Oracle Results: Configuration Sweep</a:t>
            </a:r>
          </a:p>
        </p:txBody>
      </p:sp>
      <p:sp>
        <p:nvSpPr>
          <p:cNvPr id="4" name="hleg"/>
          <p:cNvSpPr/>
          <p:nvPr/>
        </p:nvSpPr>
        <p:spPr>
          <a:xfrm>
            <a:off x="5800000" y="200000"/>
            <a:ext cx="3100000" cy="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buNone/>
            </a:pPr>
            <a:r>
              <a:rPr lang="en-US" sz="800" b="1" dirty="0">
                <a:solidFill>
                  <a:srgbClr val="4ADE80"/>
                </a:solidFill>
                <a:latin typeface="Calibri"/>
              </a:rPr>
              <a:t>N/10 pass  </a:t>
            </a:r>
            <a:r>
              <a:rPr lang="en-US" sz="800" b="1" dirty="0">
                <a:solidFill>
                  <a:srgbClr val="F87171"/>
                </a:solidFill>
                <a:latin typeface="Calibri"/>
              </a:rPr>
              <a:t>N/10 fail</a:t>
            </a:r>
          </a:p>
          <a:p>
            <a:pPr algn="r">
              <a:buNone/>
            </a:pP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rows = NPCs · cols = physics step </a:t>
            </a:r>
            <a:r>
              <a:rPr lang="en-US" sz="750" i="1" dirty="0">
                <a:solidFill>
                  <a:srgbClr val="94A3B8"/>
                </a:solidFill>
                <a:latin typeface="Calibri"/>
              </a:rPr>
              <a:t>Δ</a:t>
            </a:r>
            <a:endParaRPr lang="en-US" sz="750" b="0" i="1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00" name="gl_title"/>
          <p:cNvSpPr/>
          <p:nvPr/>
        </p:nvSpPr>
        <p:spPr>
          <a:xfrm>
            <a:off x="365760" y="950000"/>
            <a:ext cx="4060000" cy="31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Lidar  10,000 pts/sec</a:t>
            </a:r>
          </a:p>
        </p:txBody>
      </p:sp>
      <p:sp>
        <p:nvSpPr>
          <p:cNvPr id="101" name="gl_rh"/>
          <p:cNvSpPr/>
          <p:nvPr/>
        </p:nvSpPr>
        <p:spPr>
          <a:xfrm>
            <a:off x="365760" y="1260000"/>
            <a:ext cx="70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/>
              </a:rPr>
              <a:t>NPCs ↓</a:t>
            </a:r>
          </a:p>
        </p:txBody>
      </p:sp>
      <p:sp>
        <p:nvSpPr>
          <p:cNvPr id="102" name="gl_ch1"/>
          <p:cNvSpPr/>
          <p:nvPr/>
        </p:nvSpPr>
        <p:spPr>
          <a:xfrm>
            <a:off x="218576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0.05 s</a:t>
            </a:r>
          </a:p>
        </p:txBody>
      </p:sp>
      <p:sp>
        <p:nvSpPr>
          <p:cNvPr id="103" name="gl_ch2"/>
          <p:cNvSpPr/>
          <p:nvPr/>
        </p:nvSpPr>
        <p:spPr>
          <a:xfrm>
            <a:off x="106576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0.10 s</a:t>
            </a:r>
          </a:p>
        </p:txBody>
      </p:sp>
      <p:sp>
        <p:nvSpPr>
          <p:cNvPr id="104" name="gl_ch3"/>
          <p:cNvSpPr/>
          <p:nvPr/>
        </p:nvSpPr>
        <p:spPr>
          <a:xfrm>
            <a:off x="330576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0.02 s</a:t>
            </a:r>
          </a:p>
        </p:txBody>
      </p:sp>
      <p:sp>
        <p:nvSpPr>
          <p:cNvPr id="105" name="gl_rh1"/>
          <p:cNvSpPr/>
          <p:nvPr/>
        </p:nvSpPr>
        <p:spPr>
          <a:xfrm>
            <a:off x="365760" y="160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106" name="gl_rh2"/>
          <p:cNvSpPr/>
          <p:nvPr/>
        </p:nvSpPr>
        <p:spPr>
          <a:xfrm>
            <a:off x="365760" y="266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30</a:t>
            </a:r>
          </a:p>
        </p:txBody>
      </p:sp>
      <p:sp>
        <p:nvSpPr>
          <p:cNvPr id="107" name="gl_rh3"/>
          <p:cNvSpPr/>
          <p:nvPr/>
        </p:nvSpPr>
        <p:spPr>
          <a:xfrm>
            <a:off x="365760" y="372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50</a:t>
            </a:r>
          </a:p>
        </p:txBody>
      </p:sp>
      <p:sp>
        <p:nvSpPr>
          <p:cNvPr id="110" name="gl_c00_bg"/>
          <p:cNvSpPr/>
          <p:nvPr/>
        </p:nvSpPr>
        <p:spPr>
          <a:xfrm>
            <a:off x="2185760" y="160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11" name="gl_c00_badge"/>
          <p:cNvSpPr/>
          <p:nvPr/>
        </p:nvSpPr>
        <p:spPr>
          <a:xfrm>
            <a:off x="2195760" y="1610000"/>
            <a:ext cx="700000" cy="18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/>
              </a:rPr>
              <a:t>★ baseline</a:t>
            </a:r>
          </a:p>
        </p:txBody>
      </p:sp>
      <p:sp>
        <p:nvSpPr>
          <p:cNvPr id="112" name="gl_c00_txt"/>
          <p:cNvSpPr/>
          <p:nvPr/>
        </p:nvSpPr>
        <p:spPr>
          <a:xfrm>
            <a:off x="2185760" y="1800000"/>
            <a:ext cx="1120000" cy="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20" name="gl_c01_bg"/>
          <p:cNvSpPr/>
          <p:nvPr/>
        </p:nvSpPr>
        <p:spPr>
          <a:xfrm>
            <a:off x="1065760" y="160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1" name="gl_c01_txt"/>
          <p:cNvSpPr/>
          <p:nvPr/>
        </p:nvSpPr>
        <p:spPr>
          <a:xfrm>
            <a:off x="1065760" y="160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1/10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30" name="gl_c02_bg"/>
          <p:cNvSpPr/>
          <p:nvPr/>
        </p:nvSpPr>
        <p:spPr>
          <a:xfrm>
            <a:off x="3305760" y="160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31" name="gl_c02_txt"/>
          <p:cNvSpPr/>
          <p:nvPr/>
        </p:nvSpPr>
        <p:spPr>
          <a:xfrm>
            <a:off x="3305760" y="160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9/10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40" name="gl_c10_bg"/>
          <p:cNvSpPr/>
          <p:nvPr/>
        </p:nvSpPr>
        <p:spPr>
          <a:xfrm>
            <a:off x="2185760" y="266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41" name="gl_c10_txt"/>
          <p:cNvSpPr/>
          <p:nvPr/>
        </p:nvSpPr>
        <p:spPr>
          <a:xfrm>
            <a:off x="218576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50" name="gl_c11_bg"/>
          <p:cNvSpPr/>
          <p:nvPr/>
        </p:nvSpPr>
        <p:spPr>
          <a:xfrm>
            <a:off x="1065760" y="266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51" name="gl_c11_txt"/>
          <p:cNvSpPr/>
          <p:nvPr/>
        </p:nvSpPr>
        <p:spPr>
          <a:xfrm>
            <a:off x="106576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1/10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60" name="gl_c12_bg"/>
          <p:cNvSpPr/>
          <p:nvPr/>
        </p:nvSpPr>
        <p:spPr>
          <a:xfrm>
            <a:off x="3305760" y="266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61" name="gl_c12_txt"/>
          <p:cNvSpPr/>
          <p:nvPr/>
        </p:nvSpPr>
        <p:spPr>
          <a:xfrm>
            <a:off x="330576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9/10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70" name="gl_c20_bg"/>
          <p:cNvSpPr/>
          <p:nvPr/>
        </p:nvSpPr>
        <p:spPr>
          <a:xfrm>
            <a:off x="2185760" y="372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71" name="gl_c20_txt"/>
          <p:cNvSpPr/>
          <p:nvPr/>
        </p:nvSpPr>
        <p:spPr>
          <a:xfrm>
            <a:off x="218576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80" name="gl_c21_bg"/>
          <p:cNvSpPr/>
          <p:nvPr/>
        </p:nvSpPr>
        <p:spPr>
          <a:xfrm>
            <a:off x="1065760" y="372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81" name="gl_c21_txt"/>
          <p:cNvSpPr/>
          <p:nvPr/>
        </p:nvSpPr>
        <p:spPr>
          <a:xfrm>
            <a:off x="106576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190" name="gl_c22_bg"/>
          <p:cNvSpPr/>
          <p:nvPr/>
        </p:nvSpPr>
        <p:spPr>
          <a:xfrm>
            <a:off x="3305760" y="372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91" name="gl_c22_txt"/>
          <p:cNvSpPr/>
          <p:nvPr/>
        </p:nvSpPr>
        <p:spPr>
          <a:xfrm>
            <a:off x="330576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8/10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00" name="gr_title"/>
          <p:cNvSpPr/>
          <p:nvPr/>
        </p:nvSpPr>
        <p:spPr>
          <a:xfrm>
            <a:off x="4778240" y="950000"/>
            <a:ext cx="4060000" cy="31000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Lidar  100,000 pts/sec</a:t>
            </a:r>
          </a:p>
        </p:txBody>
      </p:sp>
      <p:sp>
        <p:nvSpPr>
          <p:cNvPr id="201" name="gr_rh"/>
          <p:cNvSpPr/>
          <p:nvPr/>
        </p:nvSpPr>
        <p:spPr>
          <a:xfrm>
            <a:off x="4778240" y="1260000"/>
            <a:ext cx="70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/>
              </a:rPr>
              <a:t>NPCs ↓</a:t>
            </a:r>
          </a:p>
        </p:txBody>
      </p:sp>
      <p:sp>
        <p:nvSpPr>
          <p:cNvPr id="202" name="gr_ch1"/>
          <p:cNvSpPr/>
          <p:nvPr/>
        </p:nvSpPr>
        <p:spPr>
          <a:xfrm>
            <a:off x="659824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0.05 s</a:t>
            </a:r>
          </a:p>
        </p:txBody>
      </p:sp>
      <p:sp>
        <p:nvSpPr>
          <p:cNvPr id="203" name="gr_ch2"/>
          <p:cNvSpPr/>
          <p:nvPr/>
        </p:nvSpPr>
        <p:spPr>
          <a:xfrm>
            <a:off x="547824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0.10 s</a:t>
            </a:r>
          </a:p>
        </p:txBody>
      </p:sp>
      <p:sp>
        <p:nvSpPr>
          <p:cNvPr id="204" name="gr_ch3"/>
          <p:cNvSpPr/>
          <p:nvPr/>
        </p:nvSpPr>
        <p:spPr>
          <a:xfrm>
            <a:off x="7718240" y="126000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0.02 s</a:t>
            </a:r>
          </a:p>
        </p:txBody>
      </p:sp>
      <p:sp>
        <p:nvSpPr>
          <p:cNvPr id="205" name="gr_rh1"/>
          <p:cNvSpPr/>
          <p:nvPr/>
        </p:nvSpPr>
        <p:spPr>
          <a:xfrm>
            <a:off x="4778240" y="160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206" name="gr_rh2"/>
          <p:cNvSpPr/>
          <p:nvPr/>
        </p:nvSpPr>
        <p:spPr>
          <a:xfrm>
            <a:off x="4778240" y="266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30</a:t>
            </a:r>
          </a:p>
        </p:txBody>
      </p:sp>
      <p:sp>
        <p:nvSpPr>
          <p:cNvPr id="207" name="gr_rh3"/>
          <p:cNvSpPr/>
          <p:nvPr/>
        </p:nvSpPr>
        <p:spPr>
          <a:xfrm>
            <a:off x="4778240" y="3720000"/>
            <a:ext cx="700000" cy="106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50</a:t>
            </a:r>
          </a:p>
        </p:txBody>
      </p:sp>
      <p:sp>
        <p:nvSpPr>
          <p:cNvPr id="210" name="gr_c00_bg"/>
          <p:cNvSpPr/>
          <p:nvPr/>
        </p:nvSpPr>
        <p:spPr>
          <a:xfrm>
            <a:off x="6598240" y="1600000"/>
            <a:ext cx="1120000" cy="106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1" name="gr_c00_txt"/>
          <p:cNvSpPr/>
          <p:nvPr/>
        </p:nvSpPr>
        <p:spPr>
          <a:xfrm>
            <a:off x="6598240" y="160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4/10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20" name="gr_c01_bg"/>
          <p:cNvSpPr/>
          <p:nvPr/>
        </p:nvSpPr>
        <p:spPr>
          <a:xfrm>
            <a:off x="5478240" y="160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1" name="gr_c01_txt"/>
          <p:cNvSpPr/>
          <p:nvPr/>
        </p:nvSpPr>
        <p:spPr>
          <a:xfrm>
            <a:off x="5478240" y="160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30" name="gr_c02_bg"/>
          <p:cNvSpPr/>
          <p:nvPr/>
        </p:nvSpPr>
        <p:spPr>
          <a:xfrm>
            <a:off x="7718240" y="1600000"/>
            <a:ext cx="1120000" cy="106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FECAC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31" name="gr_c02_txt"/>
          <p:cNvSpPr/>
          <p:nvPr/>
        </p:nvSpPr>
        <p:spPr>
          <a:xfrm>
            <a:off x="7718240" y="160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8/10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40" name="gr_c10_bg"/>
          <p:cNvSpPr/>
          <p:nvPr/>
        </p:nvSpPr>
        <p:spPr>
          <a:xfrm>
            <a:off x="6598240" y="2660000"/>
            <a:ext cx="1120000" cy="106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41" name="gr_c10_txt"/>
          <p:cNvSpPr/>
          <p:nvPr/>
        </p:nvSpPr>
        <p:spPr>
          <a:xfrm>
            <a:off x="659824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8/10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4/10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50" name="gr_c11_bg"/>
          <p:cNvSpPr/>
          <p:nvPr/>
        </p:nvSpPr>
        <p:spPr>
          <a:xfrm>
            <a:off x="5478240" y="266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51" name="gr_c11_txt"/>
          <p:cNvSpPr/>
          <p:nvPr/>
        </p:nvSpPr>
        <p:spPr>
          <a:xfrm>
            <a:off x="547824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60" name="gr_c12_bg"/>
          <p:cNvSpPr/>
          <p:nvPr/>
        </p:nvSpPr>
        <p:spPr>
          <a:xfrm>
            <a:off x="7718240" y="2660000"/>
            <a:ext cx="1120000" cy="106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FECAC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61" name="gr_c12_txt"/>
          <p:cNvSpPr/>
          <p:nvPr/>
        </p:nvSpPr>
        <p:spPr>
          <a:xfrm>
            <a:off x="7718240" y="266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9/10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6/10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70" name="gr_c20_bg"/>
          <p:cNvSpPr/>
          <p:nvPr/>
        </p:nvSpPr>
        <p:spPr>
          <a:xfrm>
            <a:off x="6598240" y="3720000"/>
            <a:ext cx="1120000" cy="106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71" name="gr_c20_txt"/>
          <p:cNvSpPr/>
          <p:nvPr/>
        </p:nvSpPr>
        <p:spPr>
          <a:xfrm>
            <a:off x="659824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3/10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80" name="gr_c21_bg"/>
          <p:cNvSpPr/>
          <p:nvPr/>
        </p:nvSpPr>
        <p:spPr>
          <a:xfrm>
            <a:off x="5478240" y="3720000"/>
            <a:ext cx="1120000" cy="10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81" name="gr_c21_txt"/>
          <p:cNvSpPr/>
          <p:nvPr/>
        </p:nvSpPr>
        <p:spPr>
          <a:xfrm>
            <a:off x="547824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1/10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290" name="gr_c22_bg"/>
          <p:cNvSpPr/>
          <p:nvPr/>
        </p:nvSpPr>
        <p:spPr>
          <a:xfrm>
            <a:off x="7718240" y="3720000"/>
            <a:ext cx="1120000" cy="106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FECAC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91" name="gr_c22_txt"/>
          <p:cNvSpPr/>
          <p:nvPr/>
        </p:nvSpPr>
        <p:spPr>
          <a:xfrm>
            <a:off x="7718240" y="3720000"/>
            <a:ext cx="1120000" cy="10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10/10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pass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6/10</a:t>
            </a:r>
          </a:p>
          <a:p>
            <a:pPr algn="ctr">
              <a:buNone/>
            </a:pPr>
            <a:r>
              <a:rPr lang="en-US" sz="800" b="0" dirty="0">
                <a:solidFill>
                  <a:srgbClr val="94A3B8"/>
                </a:solidFill>
                <a:latin typeface="Calibri"/>
              </a:rPr>
              <a:t>fail</a:t>
            </a:r>
          </a:p>
        </p:txBody>
      </p:sp>
      <p:sp>
        <p:nvSpPr>
          <p:cNvPr id="300" name="footnote"/>
          <p:cNvSpPr/>
          <p:nvPr/>
        </p:nvSpPr>
        <p:spPr>
          <a:xfrm>
            <a:off x="365760" y="4840000"/>
            <a:ext cx="8400000" cy="2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Cell colour: </a:t>
            </a:r>
            <a:r>
              <a:rPr lang="en-US" sz="750" b="1" i="0" dirty="0">
                <a:solidFill>
                  <a:srgbClr val="16A34A"/>
                </a:solidFill>
                <a:latin typeface="Calibri"/>
              </a:rPr>
              <a:t>green </a:t>
            </a: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= low fail rate,  </a:t>
            </a:r>
            <a:r>
              <a:rPr lang="en-US" sz="750" b="1" i="0" dirty="0">
                <a:solidFill>
                  <a:srgbClr val="F97316"/>
                </a:solidFill>
                <a:latin typeface="Calibri"/>
              </a:rPr>
              <a:t>orange </a:t>
            </a: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= moderate,  </a:t>
            </a:r>
            <a:r>
              <a:rPr lang="en-US" sz="750" b="1" i="0" dirty="0">
                <a:solidFill>
                  <a:srgbClr val="DC2626"/>
                </a:solidFill>
                <a:latin typeface="Calibri"/>
              </a:rPr>
              <a:t>red </a:t>
            </a: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= high fail rate.    ★ baseline = 10 NPCs · 0.05 s · 10k pts/sec</a:t>
            </a:r>
          </a:p>
        </p:txBody>
      </p:sp>
      <p:sp>
        <p:nvSpPr>
          <p:cNvPr id="5" name="hdr_line">
            <a:extLst>
              <a:ext uri="{FF2B5EF4-FFF2-40B4-BE49-F238E27FC236}">
                <a16:creationId xmlns:a16="http://schemas.microsoft.com/office/drawing/2014/main" id="{32B45148-73A1-A32B-17B1-6E366C94B599}"/>
              </a:ext>
            </a:extLst>
          </p:cNvPr>
          <p:cNvSpPr/>
          <p:nvPr/>
        </p:nvSpPr>
        <p:spPr>
          <a:xfrm>
            <a:off x="-6240" y="860726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0ACE00-488D-273B-5D06-E61E759CF252}"/>
              </a:ext>
            </a:extLst>
          </p:cNvPr>
          <p:cNvSpPr/>
          <p:nvPr/>
        </p:nvSpPr>
        <p:spPr>
          <a:xfrm>
            <a:off x="457200" y="600866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19</a:t>
            </a:r>
            <a:endParaRPr lang="en-US" sz="1100" b="0" strike="noStrike" spc="-1" noProof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10" grpId="0" animBg="1"/>
      <p:bldP spid="211" grpId="0"/>
      <p:bldP spid="220" grpId="0" animBg="1"/>
      <p:bldP spid="221" grpId="0"/>
      <p:bldP spid="230" grpId="0" animBg="1"/>
      <p:bldP spid="231" grpId="0"/>
      <p:bldP spid="240" grpId="0" animBg="1"/>
      <p:bldP spid="241" grpId="0"/>
      <p:bldP spid="250" grpId="0" animBg="1"/>
      <p:bldP spid="251" grpId="0"/>
      <p:bldP spid="260" grpId="0" animBg="1"/>
      <p:bldP spid="261" grpId="0"/>
      <p:bldP spid="270" grpId="0" animBg="1"/>
      <p:bldP spid="271" grpId="0"/>
      <p:bldP spid="280" grpId="0" animBg="1"/>
      <p:bldP spid="281" grpId="0"/>
      <p:bldP spid="290" grpId="0" animBg="1"/>
      <p:bldP spid="29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title"/>
          <p:cNvSpPr/>
          <p:nvPr/>
        </p:nvSpPr>
        <p:spPr>
          <a:xfrm>
            <a:off x="457200" y="80000"/>
            <a:ext cx="6500000" cy="6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/>
              </a:rPr>
              <a:t>Energy Results: Configuration Sweep</a:t>
            </a:r>
          </a:p>
        </p:txBody>
      </p:sp>
      <p:sp>
        <p:nvSpPr>
          <p:cNvPr id="4" name="hleg"/>
          <p:cNvSpPr/>
          <p:nvPr/>
        </p:nvSpPr>
        <p:spPr>
          <a:xfrm>
            <a:off x="5600000" y="100000"/>
            <a:ext cx="3300000" cy="6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rIns="0" anchor="ctr">
            <a:noAutofit/>
          </a:bodyPr>
          <a:lstStyle/>
          <a:p>
            <a:pPr algn="r">
              <a:buNone/>
            </a:pPr>
            <a:r>
              <a:rPr lang="en-US" sz="750" b="0" i="1" dirty="0">
                <a:solidFill>
                  <a:srgbClr val="94A3B8"/>
                </a:solidFill>
                <a:latin typeface="Calibri"/>
              </a:rPr>
              <a:t>rows = NPCs · cols = physics step</a:t>
            </a:r>
          </a:p>
        </p:txBody>
      </p:sp>
      <p:sp>
        <p:nvSpPr>
          <p:cNvPr id="100" name="gl_title"/>
          <p:cNvSpPr/>
          <p:nvPr/>
        </p:nvSpPr>
        <p:spPr>
          <a:xfrm>
            <a:off x="365760" y="904280"/>
            <a:ext cx="4060000" cy="31000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Lidar  10,000 pts/sec</a:t>
            </a:r>
          </a:p>
        </p:txBody>
      </p:sp>
      <p:sp>
        <p:nvSpPr>
          <p:cNvPr id="101" name="gl_ch0"/>
          <p:cNvSpPr/>
          <p:nvPr/>
        </p:nvSpPr>
        <p:spPr>
          <a:xfrm>
            <a:off x="365760" y="1214280"/>
            <a:ext cx="70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/>
              </a:rPr>
              <a:t>NPCs↓</a:t>
            </a:r>
          </a:p>
        </p:txBody>
      </p:sp>
      <p:sp>
        <p:nvSpPr>
          <p:cNvPr id="102" name="gl_ch1"/>
          <p:cNvSpPr/>
          <p:nvPr/>
        </p:nvSpPr>
        <p:spPr>
          <a:xfrm>
            <a:off x="218576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0.05 s</a:t>
            </a:r>
          </a:p>
        </p:txBody>
      </p:sp>
      <p:sp>
        <p:nvSpPr>
          <p:cNvPr id="103" name="gl_ch2"/>
          <p:cNvSpPr/>
          <p:nvPr/>
        </p:nvSpPr>
        <p:spPr>
          <a:xfrm>
            <a:off x="106576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0.10 s</a:t>
            </a:r>
          </a:p>
        </p:txBody>
      </p:sp>
      <p:sp>
        <p:nvSpPr>
          <p:cNvPr id="104" name="gl_ch3"/>
          <p:cNvSpPr/>
          <p:nvPr/>
        </p:nvSpPr>
        <p:spPr>
          <a:xfrm>
            <a:off x="330576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0.02 s</a:t>
            </a:r>
          </a:p>
        </p:txBody>
      </p:sp>
      <p:sp>
        <p:nvSpPr>
          <p:cNvPr id="105" name="gl_rh1"/>
          <p:cNvSpPr/>
          <p:nvPr/>
        </p:nvSpPr>
        <p:spPr>
          <a:xfrm>
            <a:off x="365760" y="15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106" name="gl_rh2"/>
          <p:cNvSpPr/>
          <p:nvPr/>
        </p:nvSpPr>
        <p:spPr>
          <a:xfrm>
            <a:off x="365760" y="27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30</a:t>
            </a:r>
          </a:p>
        </p:txBody>
      </p:sp>
      <p:sp>
        <p:nvSpPr>
          <p:cNvPr id="107" name="gl_rh3"/>
          <p:cNvSpPr/>
          <p:nvPr/>
        </p:nvSpPr>
        <p:spPr>
          <a:xfrm>
            <a:off x="365760" y="39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50</a:t>
            </a:r>
          </a:p>
        </p:txBody>
      </p:sp>
      <p:sp>
        <p:nvSpPr>
          <p:cNvPr id="110" name="gl00bg"/>
          <p:cNvSpPr/>
          <p:nvPr/>
        </p:nvSpPr>
        <p:spPr>
          <a:xfrm>
            <a:off x="2185760" y="1554280"/>
            <a:ext cx="1120000" cy="1200000"/>
          </a:xfrm>
          <a:prstGeom prst="rect">
            <a:avLst/>
          </a:prstGeom>
          <a:solidFill>
            <a:srgbClr val="F0FDFA"/>
          </a:solidFill>
          <a:ln w="18000">
            <a:solidFill>
              <a:srgbClr val="99F6E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11" name="gl00badge"/>
          <p:cNvSpPr/>
          <p:nvPr/>
        </p:nvSpPr>
        <p:spPr>
          <a:xfrm>
            <a:off x="2334950" y="1604280"/>
            <a:ext cx="821620" cy="29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</a:rPr>
              <a:t>★ baseline</a:t>
            </a:r>
          </a:p>
        </p:txBody>
      </p:sp>
      <p:sp>
        <p:nvSpPr>
          <p:cNvPr id="112" name="gl00txt"/>
          <p:cNvSpPr/>
          <p:nvPr/>
        </p:nvSpPr>
        <p:spPr>
          <a:xfrm>
            <a:off x="2185760" y="1744280"/>
            <a:ext cx="112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3405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967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4372 J</a:t>
            </a:r>
          </a:p>
        </p:txBody>
      </p:sp>
      <p:sp>
        <p:nvSpPr>
          <p:cNvPr id="120" name="gl01bg"/>
          <p:cNvSpPr/>
          <p:nvPr/>
        </p:nvSpPr>
        <p:spPr>
          <a:xfrm>
            <a:off x="1065760" y="1554280"/>
            <a:ext cx="1120000" cy="1200000"/>
          </a:xfrm>
          <a:prstGeom prst="rect">
            <a:avLst/>
          </a:prstGeom>
          <a:solidFill>
            <a:srgbClr val="F0FDFA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21" name="gl01txt"/>
          <p:cNvSpPr/>
          <p:nvPr/>
        </p:nvSpPr>
        <p:spPr>
          <a:xfrm>
            <a:off x="1065760" y="15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3451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930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4381 J</a:t>
            </a:r>
          </a:p>
        </p:txBody>
      </p:sp>
      <p:sp>
        <p:nvSpPr>
          <p:cNvPr id="130" name="gl02bg"/>
          <p:cNvSpPr/>
          <p:nvPr/>
        </p:nvSpPr>
        <p:spPr>
          <a:xfrm>
            <a:off x="3305760" y="1554280"/>
            <a:ext cx="1120000" cy="12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31" name="gl02txt"/>
          <p:cNvSpPr/>
          <p:nvPr/>
        </p:nvSpPr>
        <p:spPr>
          <a:xfrm>
            <a:off x="3305760" y="1554280"/>
            <a:ext cx="1120000" cy="1200000"/>
          </a:xfrm>
          <a:prstGeom prst="rect">
            <a:avLst/>
          </a:prstGeom>
          <a:solidFill>
            <a:srgbClr val="F0FDFA"/>
          </a:solidFill>
          <a:ln w="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3261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1172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4433 J</a:t>
            </a:r>
          </a:p>
        </p:txBody>
      </p:sp>
      <p:sp>
        <p:nvSpPr>
          <p:cNvPr id="140" name="gl10bg"/>
          <p:cNvSpPr/>
          <p:nvPr/>
        </p:nvSpPr>
        <p:spPr>
          <a:xfrm>
            <a:off x="2185760" y="2754280"/>
            <a:ext cx="1120000" cy="120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41" name="gl10txt"/>
          <p:cNvSpPr/>
          <p:nvPr/>
        </p:nvSpPr>
        <p:spPr>
          <a:xfrm>
            <a:off x="218576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3356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1102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4458 J</a:t>
            </a:r>
          </a:p>
        </p:txBody>
      </p:sp>
      <p:sp>
        <p:nvSpPr>
          <p:cNvPr id="150" name="gl11bg"/>
          <p:cNvSpPr/>
          <p:nvPr/>
        </p:nvSpPr>
        <p:spPr>
          <a:xfrm>
            <a:off x="1065760" y="2754280"/>
            <a:ext cx="1120000" cy="1200000"/>
          </a:xfrm>
          <a:prstGeom prst="rect">
            <a:avLst/>
          </a:prstGeom>
          <a:solidFill>
            <a:srgbClr val="F0FDFA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51" name="gl11txt"/>
          <p:cNvSpPr/>
          <p:nvPr/>
        </p:nvSpPr>
        <p:spPr>
          <a:xfrm>
            <a:off x="106576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3318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1075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4393 J</a:t>
            </a:r>
          </a:p>
        </p:txBody>
      </p:sp>
      <p:sp>
        <p:nvSpPr>
          <p:cNvPr id="160" name="gl12bg"/>
          <p:cNvSpPr/>
          <p:nvPr/>
        </p:nvSpPr>
        <p:spPr>
          <a:xfrm>
            <a:off x="3305760" y="27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61" name="gl12txt"/>
          <p:cNvSpPr/>
          <p:nvPr/>
        </p:nvSpPr>
        <p:spPr>
          <a:xfrm>
            <a:off x="330576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3245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1319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4564 J</a:t>
            </a:r>
          </a:p>
        </p:txBody>
      </p:sp>
      <p:sp>
        <p:nvSpPr>
          <p:cNvPr id="170" name="gl20bg"/>
          <p:cNvSpPr/>
          <p:nvPr/>
        </p:nvSpPr>
        <p:spPr>
          <a:xfrm>
            <a:off x="2185760" y="39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71" name="gl20txt"/>
          <p:cNvSpPr/>
          <p:nvPr/>
        </p:nvSpPr>
        <p:spPr>
          <a:xfrm>
            <a:off x="218576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3356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1218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4574 J</a:t>
            </a:r>
          </a:p>
        </p:txBody>
      </p:sp>
      <p:sp>
        <p:nvSpPr>
          <p:cNvPr id="180" name="gl21bg"/>
          <p:cNvSpPr/>
          <p:nvPr/>
        </p:nvSpPr>
        <p:spPr>
          <a:xfrm>
            <a:off x="1065760" y="39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81" name="gl21txt"/>
          <p:cNvSpPr/>
          <p:nvPr/>
        </p:nvSpPr>
        <p:spPr>
          <a:xfrm>
            <a:off x="106576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3306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1194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4500 J</a:t>
            </a:r>
          </a:p>
        </p:txBody>
      </p:sp>
      <p:sp>
        <p:nvSpPr>
          <p:cNvPr id="190" name="gl22bg"/>
          <p:cNvSpPr/>
          <p:nvPr/>
        </p:nvSpPr>
        <p:spPr>
          <a:xfrm>
            <a:off x="3305760" y="39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191" name="gl22txt"/>
          <p:cNvSpPr/>
          <p:nvPr/>
        </p:nvSpPr>
        <p:spPr>
          <a:xfrm>
            <a:off x="330576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3250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1355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4605 J</a:t>
            </a:r>
          </a:p>
        </p:txBody>
      </p:sp>
      <p:sp>
        <p:nvSpPr>
          <p:cNvPr id="200" name="gr_title"/>
          <p:cNvSpPr/>
          <p:nvPr/>
        </p:nvSpPr>
        <p:spPr>
          <a:xfrm>
            <a:off x="4778240" y="904280"/>
            <a:ext cx="4060000" cy="31000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/>
              </a:rPr>
              <a:t>Lidar  100,000 pts/sec</a:t>
            </a:r>
          </a:p>
        </p:txBody>
      </p:sp>
      <p:sp>
        <p:nvSpPr>
          <p:cNvPr id="201" name="gr_ch0"/>
          <p:cNvSpPr/>
          <p:nvPr/>
        </p:nvSpPr>
        <p:spPr>
          <a:xfrm>
            <a:off x="4778240" y="1214280"/>
            <a:ext cx="70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/>
              </a:rPr>
              <a:t>NPCs↓</a:t>
            </a:r>
          </a:p>
        </p:txBody>
      </p:sp>
      <p:sp>
        <p:nvSpPr>
          <p:cNvPr id="202" name="gr_ch1"/>
          <p:cNvSpPr/>
          <p:nvPr/>
        </p:nvSpPr>
        <p:spPr>
          <a:xfrm>
            <a:off x="659824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0.05 s</a:t>
            </a:r>
          </a:p>
        </p:txBody>
      </p:sp>
      <p:sp>
        <p:nvSpPr>
          <p:cNvPr id="203" name="gr_ch2"/>
          <p:cNvSpPr/>
          <p:nvPr/>
        </p:nvSpPr>
        <p:spPr>
          <a:xfrm>
            <a:off x="547824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0.10 s</a:t>
            </a:r>
          </a:p>
        </p:txBody>
      </p:sp>
      <p:sp>
        <p:nvSpPr>
          <p:cNvPr id="204" name="gr_ch3"/>
          <p:cNvSpPr/>
          <p:nvPr/>
        </p:nvSpPr>
        <p:spPr>
          <a:xfrm>
            <a:off x="7718240" y="1214280"/>
            <a:ext cx="1120000" cy="34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/>
              </a:rPr>
              <a:t>0.02 s</a:t>
            </a:r>
          </a:p>
        </p:txBody>
      </p:sp>
      <p:sp>
        <p:nvSpPr>
          <p:cNvPr id="205" name="gr_rh1"/>
          <p:cNvSpPr/>
          <p:nvPr/>
        </p:nvSpPr>
        <p:spPr>
          <a:xfrm>
            <a:off x="4778240" y="15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206" name="gr_rh2"/>
          <p:cNvSpPr/>
          <p:nvPr/>
        </p:nvSpPr>
        <p:spPr>
          <a:xfrm>
            <a:off x="4778240" y="27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30</a:t>
            </a:r>
          </a:p>
        </p:txBody>
      </p:sp>
      <p:sp>
        <p:nvSpPr>
          <p:cNvPr id="207" name="gr_rh3"/>
          <p:cNvSpPr/>
          <p:nvPr/>
        </p:nvSpPr>
        <p:spPr>
          <a:xfrm>
            <a:off x="4778240" y="3954280"/>
            <a:ext cx="700000" cy="12000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/>
              </a:rPr>
              <a:t>50</a:t>
            </a:r>
          </a:p>
        </p:txBody>
      </p:sp>
      <p:sp>
        <p:nvSpPr>
          <p:cNvPr id="210" name="gr00bg"/>
          <p:cNvSpPr/>
          <p:nvPr/>
        </p:nvSpPr>
        <p:spPr>
          <a:xfrm>
            <a:off x="6598240" y="1554280"/>
            <a:ext cx="1120000" cy="1200000"/>
          </a:xfrm>
          <a:prstGeom prst="rect">
            <a:avLst/>
          </a:prstGeom>
          <a:solidFill>
            <a:srgbClr val="F0FDFA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11" name="gr00txt"/>
          <p:cNvSpPr/>
          <p:nvPr/>
        </p:nvSpPr>
        <p:spPr>
          <a:xfrm>
            <a:off x="6598240" y="15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3314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1090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/>
              </a:rPr>
              <a:t>4404 J</a:t>
            </a:r>
          </a:p>
        </p:txBody>
      </p:sp>
      <p:sp>
        <p:nvSpPr>
          <p:cNvPr id="220" name="gr01bg"/>
          <p:cNvSpPr/>
          <p:nvPr/>
        </p:nvSpPr>
        <p:spPr>
          <a:xfrm>
            <a:off x="5478240" y="1554280"/>
            <a:ext cx="1120000" cy="1200000"/>
          </a:xfrm>
          <a:prstGeom prst="rect">
            <a:avLst/>
          </a:prstGeom>
          <a:solidFill>
            <a:srgbClr val="F0FDFA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21" name="gr01txt"/>
          <p:cNvSpPr/>
          <p:nvPr/>
        </p:nvSpPr>
        <p:spPr>
          <a:xfrm>
            <a:off x="5478240" y="15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3330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971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/>
              </a:rPr>
              <a:t>4301 J</a:t>
            </a:r>
          </a:p>
        </p:txBody>
      </p:sp>
      <p:sp>
        <p:nvSpPr>
          <p:cNvPr id="230" name="gr02bg"/>
          <p:cNvSpPr/>
          <p:nvPr/>
        </p:nvSpPr>
        <p:spPr>
          <a:xfrm>
            <a:off x="7718240" y="15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31" name="gr02txt"/>
          <p:cNvSpPr/>
          <p:nvPr/>
        </p:nvSpPr>
        <p:spPr>
          <a:xfrm>
            <a:off x="7718240" y="15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3256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1306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4562 J</a:t>
            </a:r>
          </a:p>
        </p:txBody>
      </p:sp>
      <p:sp>
        <p:nvSpPr>
          <p:cNvPr id="240" name="gr10bg"/>
          <p:cNvSpPr/>
          <p:nvPr/>
        </p:nvSpPr>
        <p:spPr>
          <a:xfrm>
            <a:off x="6598240" y="27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41" name="gr10txt"/>
          <p:cNvSpPr/>
          <p:nvPr/>
        </p:nvSpPr>
        <p:spPr>
          <a:xfrm>
            <a:off x="659824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3266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1194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4460 J</a:t>
            </a:r>
          </a:p>
        </p:txBody>
      </p:sp>
      <p:sp>
        <p:nvSpPr>
          <p:cNvPr id="250" name="gr11bg"/>
          <p:cNvSpPr/>
          <p:nvPr/>
        </p:nvSpPr>
        <p:spPr>
          <a:xfrm>
            <a:off x="5478240" y="27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51" name="gr11txt"/>
          <p:cNvSpPr/>
          <p:nvPr/>
        </p:nvSpPr>
        <p:spPr>
          <a:xfrm>
            <a:off x="547824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/>
              </a:rPr>
              <a:t>3372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1090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4462 J</a:t>
            </a:r>
          </a:p>
        </p:txBody>
      </p:sp>
      <p:sp>
        <p:nvSpPr>
          <p:cNvPr id="260" name="gr12bg"/>
          <p:cNvSpPr/>
          <p:nvPr/>
        </p:nvSpPr>
        <p:spPr>
          <a:xfrm>
            <a:off x="7718240" y="27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61" name="gr12txt"/>
          <p:cNvSpPr/>
          <p:nvPr/>
        </p:nvSpPr>
        <p:spPr>
          <a:xfrm>
            <a:off x="7718240" y="27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3270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1338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4608 J</a:t>
            </a:r>
          </a:p>
        </p:txBody>
      </p:sp>
      <p:sp>
        <p:nvSpPr>
          <p:cNvPr id="270" name="gr20bg"/>
          <p:cNvSpPr/>
          <p:nvPr/>
        </p:nvSpPr>
        <p:spPr>
          <a:xfrm>
            <a:off x="6598240" y="39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71" name="gr20txt"/>
          <p:cNvSpPr/>
          <p:nvPr/>
        </p:nvSpPr>
        <p:spPr>
          <a:xfrm>
            <a:off x="659824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3246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1333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4579 J</a:t>
            </a:r>
          </a:p>
        </p:txBody>
      </p:sp>
      <p:sp>
        <p:nvSpPr>
          <p:cNvPr id="280" name="gr21bg"/>
          <p:cNvSpPr/>
          <p:nvPr/>
        </p:nvSpPr>
        <p:spPr>
          <a:xfrm>
            <a:off x="5478240" y="3954280"/>
            <a:ext cx="1120000" cy="120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ED7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81" name="gr21txt"/>
          <p:cNvSpPr/>
          <p:nvPr/>
        </p:nvSpPr>
        <p:spPr>
          <a:xfrm>
            <a:off x="547824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3278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1195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/>
              </a:rPr>
              <a:t>4473 J</a:t>
            </a:r>
          </a:p>
        </p:txBody>
      </p:sp>
      <p:sp>
        <p:nvSpPr>
          <p:cNvPr id="290" name="gr22bg"/>
          <p:cNvSpPr/>
          <p:nvPr/>
        </p:nvSpPr>
        <p:spPr>
          <a:xfrm>
            <a:off x="7718240" y="3954280"/>
            <a:ext cx="1120000" cy="120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FECAC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sz="3600"/>
          </a:p>
        </p:txBody>
      </p:sp>
      <p:sp>
        <p:nvSpPr>
          <p:cNvPr id="291" name="gr22txt"/>
          <p:cNvSpPr/>
          <p:nvPr/>
        </p:nvSpPr>
        <p:spPr>
          <a:xfrm>
            <a:off x="7718240" y="3954280"/>
            <a:ext cx="112000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rIns="6000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/>
              </a:rPr>
              <a:t>3254 J</a:t>
            </a:r>
          </a:p>
          <a:p>
            <a:pPr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/>
              </a:rPr>
              <a:t>1396 J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/>
              </a:rPr>
              <a:t>4650 J</a:t>
            </a:r>
          </a:p>
        </p:txBody>
      </p:sp>
      <p:sp>
        <p:nvSpPr>
          <p:cNvPr id="5" name="hdr_line">
            <a:extLst>
              <a:ext uri="{FF2B5EF4-FFF2-40B4-BE49-F238E27FC236}">
                <a16:creationId xmlns:a16="http://schemas.microsoft.com/office/drawing/2014/main" id="{D880A468-0107-6CDE-8653-0875374AC063}"/>
              </a:ext>
            </a:extLst>
          </p:cNvPr>
          <p:cNvSpPr/>
          <p:nvPr/>
        </p:nvSpPr>
        <p:spPr>
          <a:xfrm>
            <a:off x="-6240" y="853106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D001CF-CFBB-4070-7E10-8DE1E0E70A7B}"/>
              </a:ext>
            </a:extLst>
          </p:cNvPr>
          <p:cNvSpPr/>
          <p:nvPr/>
        </p:nvSpPr>
        <p:spPr>
          <a:xfrm>
            <a:off x="457200" y="600866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20</a:t>
            </a:r>
            <a:endParaRPr lang="en-US" sz="1100" b="0" strike="noStrike" spc="-1" noProof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10" grpId="0" animBg="1"/>
      <p:bldP spid="211" grpId="0"/>
      <p:bldP spid="220" grpId="0" animBg="1"/>
      <p:bldP spid="221" grpId="0"/>
      <p:bldP spid="230" grpId="0" animBg="1"/>
      <p:bldP spid="231" grpId="0"/>
      <p:bldP spid="240" grpId="0" animBg="1"/>
      <p:bldP spid="241" grpId="0"/>
      <p:bldP spid="250" grpId="0" animBg="1"/>
      <p:bldP spid="251" grpId="0"/>
      <p:bldP spid="260" grpId="0" animBg="1"/>
      <p:bldP spid="261" grpId="0"/>
      <p:bldP spid="270" grpId="0" animBg="1"/>
      <p:bldP spid="271" grpId="0"/>
      <p:bldP spid="280" grpId="0" animBg="1"/>
      <p:bldP spid="281" grpId="0"/>
      <p:bldP spid="290" grpId="0" animBg="1"/>
      <p:bldP spid="29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DB01-327A-E6F2-F248-D7FA2EAD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>
            <a:extLst>
              <a:ext uri="{FF2B5EF4-FFF2-40B4-BE49-F238E27FC236}">
                <a16:creationId xmlns:a16="http://schemas.microsoft.com/office/drawing/2014/main" id="{F928A010-0DAA-E579-05CD-C64C6B625A9B}"/>
              </a:ext>
            </a:extLst>
          </p:cNvPr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851FCA4-F04E-DC13-9179-5D7A1EEED2F7}"/>
              </a:ext>
            </a:extLst>
          </p:cNvPr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Total Energy / Oracle Results</a:t>
            </a:r>
          </a:p>
        </p:txBody>
      </p:sp>
      <p:sp>
        <p:nvSpPr>
          <p:cNvPr id="10" name="lcard">
            <a:extLst>
              <a:ext uri="{FF2B5EF4-FFF2-40B4-BE49-F238E27FC236}">
                <a16:creationId xmlns:a16="http://schemas.microsoft.com/office/drawing/2014/main" id="{1A0A22ED-2C24-109F-5973-C2B1C2C1BFF5}"/>
              </a:ext>
            </a:extLst>
          </p:cNvPr>
          <p:cNvSpPr/>
          <p:nvPr/>
        </p:nvSpPr>
        <p:spPr>
          <a:xfrm>
            <a:off x="1638300" y="1334484"/>
            <a:ext cx="5794408" cy="3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1" name="lacc">
            <a:extLst>
              <a:ext uri="{FF2B5EF4-FFF2-40B4-BE49-F238E27FC236}">
                <a16:creationId xmlns:a16="http://schemas.microsoft.com/office/drawing/2014/main" id="{9983E124-2C94-A88F-4DFB-D26BBCDD8B9D}"/>
              </a:ext>
            </a:extLst>
          </p:cNvPr>
          <p:cNvSpPr/>
          <p:nvPr/>
        </p:nvSpPr>
        <p:spPr>
          <a:xfrm>
            <a:off x="1638299" y="1334482"/>
            <a:ext cx="5794407" cy="45719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lctitle">
            <a:extLst>
              <a:ext uri="{FF2B5EF4-FFF2-40B4-BE49-F238E27FC236}">
                <a16:creationId xmlns:a16="http://schemas.microsoft.com/office/drawing/2014/main" id="{F4441987-B619-30FC-47AE-F47AD00CABE7}"/>
              </a:ext>
            </a:extLst>
          </p:cNvPr>
          <p:cNvSpPr/>
          <p:nvPr/>
        </p:nvSpPr>
        <p:spPr>
          <a:xfrm>
            <a:off x="1729740" y="1516898"/>
            <a:ext cx="3600000" cy="275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B050"/>
                </a:solidFill>
                <a:latin typeface="Trebuchet MS"/>
              </a:rPr>
              <a:t>Lowest Energy Configurations</a:t>
            </a:r>
          </a:p>
        </p:txBody>
      </p:sp>
      <p:sp>
        <p:nvSpPr>
          <p:cNvPr id="13" name="lcbody">
            <a:extLst>
              <a:ext uri="{FF2B5EF4-FFF2-40B4-BE49-F238E27FC236}">
                <a16:creationId xmlns:a16="http://schemas.microsoft.com/office/drawing/2014/main" id="{71983CC7-A287-78FD-22A3-49EF7E5A2DD7}"/>
              </a:ext>
            </a:extLst>
          </p:cNvPr>
          <p:cNvSpPr/>
          <p:nvPr/>
        </p:nvSpPr>
        <p:spPr>
          <a:xfrm>
            <a:off x="1838819" y="1784678"/>
            <a:ext cx="3620000" cy="28963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050" b="0" dirty="0">
              <a:solidFill>
                <a:srgbClr val="475569"/>
              </a:solidFill>
              <a:latin typeface="Calibri"/>
            </a:endParaRPr>
          </a:p>
          <a:p>
            <a:pPr>
              <a:buNone/>
            </a:pPr>
            <a:endParaRPr lang="fr-CH" sz="500" dirty="0"/>
          </a:p>
          <a:p>
            <a:pPr>
              <a:buNone/>
            </a:pPr>
            <a:endParaRPr sz="500" dirty="0"/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4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configurations combine: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NPC count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physics step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CPU cost</a:t>
            </a:r>
            <a:endParaRPr lang="en-US" sz="12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cbody">
            <a:extLst>
              <a:ext uri="{FF2B5EF4-FFF2-40B4-BE49-F238E27FC236}">
                <a16:creationId xmlns:a16="http://schemas.microsoft.com/office/drawing/2014/main" id="{64734085-D15C-E89C-1898-5FB687BE3863}"/>
              </a:ext>
            </a:extLst>
          </p:cNvPr>
          <p:cNvSpPr/>
          <p:nvPr/>
        </p:nvSpPr>
        <p:spPr>
          <a:xfrm>
            <a:off x="4755360" y="1764483"/>
            <a:ext cx="3940000" cy="3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1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21AD6C-F6CD-0398-9DE2-B1C429F1B4BC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21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" name="hdr_line">
            <a:extLst>
              <a:ext uri="{FF2B5EF4-FFF2-40B4-BE49-F238E27FC236}">
                <a16:creationId xmlns:a16="http://schemas.microsoft.com/office/drawing/2014/main" id="{CAA2F6D2-6586-5281-F517-E96F546AB29B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3EFED0-7E00-AC2D-A865-978AF415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672384"/>
              </p:ext>
            </p:extLst>
          </p:nvPr>
        </p:nvGraphicFramePr>
        <p:xfrm>
          <a:off x="1838819" y="1947145"/>
          <a:ext cx="5248984" cy="142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363">
                  <a:extLst>
                    <a:ext uri="{9D8B030D-6E8A-4147-A177-3AD203B41FA5}">
                      <a16:colId xmlns:a16="http://schemas.microsoft.com/office/drawing/2014/main" val="1364247586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3838038704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620135632"/>
                    </a:ext>
                  </a:extLst>
                </a:gridCol>
                <a:gridCol w="1114926">
                  <a:extLst>
                    <a:ext uri="{9D8B030D-6E8A-4147-A177-3AD203B41FA5}">
                      <a16:colId xmlns:a16="http://schemas.microsoft.com/office/drawing/2014/main" val="4078445083"/>
                    </a:ext>
                  </a:extLst>
                </a:gridCol>
              </a:tblGrid>
              <a:tr h="382814">
                <a:tc>
                  <a:txBody>
                    <a:bodyPr/>
                    <a:lstStyle/>
                    <a:p>
                      <a:r>
                        <a:rPr lang="fr-CH" sz="12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Config</a:t>
                      </a:r>
                      <a:endParaRPr lang="pt-PT" sz="12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Total </a:t>
                      </a:r>
                      <a:r>
                        <a:rPr lang="pt-PT" sz="1200" b="1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Energy</a:t>
                      </a:r>
                      <a:endParaRPr lang="pt-PT" sz="12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200" b="1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Pass</a:t>
                      </a:r>
                      <a:endParaRPr lang="pt-PT" sz="12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2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Fail</a:t>
                      </a:r>
                      <a:endParaRPr lang="pt-PT" sz="12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06665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 NPC, 0.1</a:t>
                      </a:r>
                      <a:r>
                        <a:rPr lang="el-GR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, 10k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PT" sz="1200" dirty="0">
                          <a:latin typeface="Trebuchet MS" panose="020B0603020202020204" pitchFamily="34" charset="0"/>
                        </a:rPr>
                        <a:t>4381 J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10/10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1/10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62802"/>
                  </a:ext>
                </a:extLst>
              </a:tr>
              <a:tr h="319188">
                <a:tc>
                  <a:txBody>
                    <a:bodyPr/>
                    <a:lstStyle/>
                    <a:p>
                      <a:r>
                        <a:rPr lang="fr-CH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1</a:t>
                      </a:r>
                      <a:r>
                        <a:rPr lang="pt-PT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0 NPC, 0.1</a:t>
                      </a:r>
                      <a:r>
                        <a:rPr lang="el-GR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fr-CH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, 100k</a:t>
                      </a:r>
                      <a:endParaRPr lang="pt-PT" sz="1200" b="1" dirty="0">
                        <a:solidFill>
                          <a:srgbClr val="0D9488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PT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4301 J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10/10</a:t>
                      </a:r>
                      <a:endParaRPr lang="pt-PT" sz="1200" b="1" dirty="0">
                        <a:solidFill>
                          <a:srgbClr val="0D9488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1" dirty="0">
                          <a:solidFill>
                            <a:srgbClr val="0D9488"/>
                          </a:solidFill>
                          <a:latin typeface="Trebuchet MS" panose="020B0603020202020204" pitchFamily="34" charset="0"/>
                        </a:rPr>
                        <a:t>0/10</a:t>
                      </a:r>
                      <a:endParaRPr lang="pt-PT" sz="1200" b="1" dirty="0">
                        <a:solidFill>
                          <a:srgbClr val="0D9488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898975"/>
                  </a:ext>
                </a:extLst>
              </a:tr>
              <a:tr h="378248"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 NPC, 0.05Δ, 10k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pt-PT" sz="1200" dirty="0">
                          <a:latin typeface="Trebuchet MS" panose="020B0603020202020204" pitchFamily="34" charset="0"/>
                        </a:rPr>
                        <a:t>4372 J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10/10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0/10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1297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0CB436-0DFF-EA01-764C-E55DCA4D5983}"/>
              </a:ext>
            </a:extLst>
          </p:cNvPr>
          <p:cNvSpPr txBox="1"/>
          <p:nvPr/>
        </p:nvSpPr>
        <p:spPr>
          <a:xfrm>
            <a:off x="4227155" y="3754385"/>
            <a:ext cx="3105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-1.83%</a:t>
            </a:r>
            <a:r>
              <a:rPr lang="fr-CH" sz="3200" dirty="0">
                <a:solidFill>
                  <a:srgbClr val="16A34A"/>
                </a:solidFill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fr-CH" dirty="0" err="1"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fr-CH" dirty="0"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CH" dirty="0" err="1">
                <a:latin typeface="Montserrat Medium" panose="020F0502020204030204" pitchFamily="2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endParaRPr lang="pt-PT" sz="2400" dirty="0">
              <a:latin typeface="Montserrat Medium" panose="020F0502020204030204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78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hline"/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5" name="title"/>
          <p:cNvSpPr/>
          <p:nvPr/>
        </p:nvSpPr>
        <p:spPr>
          <a:xfrm>
            <a:off x="165080" y="80000"/>
            <a:ext cx="730000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/>
              </a:rPr>
              <a:t>Energy Reduction Without Oracle Change</a:t>
            </a:r>
          </a:p>
        </p:txBody>
      </p:sp>
      <p:sp>
        <p:nvSpPr>
          <p:cNvPr id="6" name="sub"/>
          <p:cNvSpPr/>
          <p:nvPr/>
        </p:nvSpPr>
        <p:spPr>
          <a:xfrm>
            <a:off x="165080" y="720000"/>
            <a:ext cx="7300000" cy="2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endParaRPr lang="en-US" sz="900" b="0" dirty="0">
              <a:solidFill>
                <a:srgbClr val="94C8C4"/>
              </a:solidFill>
              <a:latin typeface="Calibri"/>
            </a:endParaRPr>
          </a:p>
        </p:txBody>
      </p:sp>
      <p:sp>
        <p:nvSpPr>
          <p:cNvPr id="10" name="c1bg"/>
          <p:cNvSpPr/>
          <p:nvPr/>
        </p:nvSpPr>
        <p:spPr>
          <a:xfrm>
            <a:off x="365760" y="1160000"/>
            <a:ext cx="2634240" cy="15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1" name="c1acc"/>
          <p:cNvSpPr/>
          <p:nvPr/>
        </p:nvSpPr>
        <p:spPr>
          <a:xfrm>
            <a:off x="365760" y="1160000"/>
            <a:ext cx="2634240" cy="5200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c1stat"/>
          <p:cNvSpPr/>
          <p:nvPr/>
        </p:nvSpPr>
        <p:spPr>
          <a:xfrm>
            <a:off x="365760" y="1230000"/>
            <a:ext cx="263424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16A34A"/>
                </a:solidFill>
                <a:latin typeface="Trebuchet MS"/>
              </a:rPr>
              <a:t>14</a:t>
            </a:r>
            <a:r>
              <a:rPr lang="en-US" sz="1800" b="0" dirty="0">
                <a:solidFill>
                  <a:srgbClr val="94A3B8"/>
                </a:solidFill>
                <a:latin typeface="Calibri"/>
              </a:rPr>
              <a:t> /18</a:t>
            </a:r>
          </a:p>
        </p:txBody>
      </p:sp>
      <p:sp>
        <p:nvSpPr>
          <p:cNvPr id="13" name="c1lbl"/>
          <p:cNvSpPr/>
          <p:nvPr/>
        </p:nvSpPr>
        <p:spPr>
          <a:xfrm>
            <a:off x="365760" y="1840000"/>
            <a:ext cx="2634240" cy="7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rIns="12000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/>
              </a:rPr>
              <a:t>configs with 10/10 pass</a:t>
            </a:r>
          </a:p>
          <a:p>
            <a:pPr algn="ctr">
              <a:buNone/>
            </a:pPr>
            <a:r>
              <a:rPr lang="en-US" sz="880" b="0" dirty="0">
                <a:solidFill>
                  <a:srgbClr val="64748B"/>
                </a:solidFill>
                <a:latin typeface="Calibri"/>
              </a:rPr>
              <a:t>Pass oracle unchanged in </a:t>
            </a:r>
            <a:r>
              <a:rPr lang="en-US" sz="880" dirty="0">
                <a:solidFill>
                  <a:srgbClr val="64748B"/>
                </a:solidFill>
                <a:latin typeface="Calibri"/>
              </a:rPr>
              <a:t>78</a:t>
            </a:r>
            <a:r>
              <a:rPr lang="en-US" sz="880" b="0" dirty="0">
                <a:solidFill>
                  <a:srgbClr val="64748B"/>
                </a:solidFill>
                <a:latin typeface="Calibri"/>
              </a:rPr>
              <a:t>% of configurations</a:t>
            </a:r>
          </a:p>
        </p:txBody>
      </p:sp>
      <p:sp>
        <p:nvSpPr>
          <p:cNvPr id="20" name="c2bg"/>
          <p:cNvSpPr/>
          <p:nvPr/>
        </p:nvSpPr>
        <p:spPr>
          <a:xfrm>
            <a:off x="3254880" y="1160000"/>
            <a:ext cx="2634240" cy="15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" name="c2acc"/>
          <p:cNvSpPr/>
          <p:nvPr/>
        </p:nvSpPr>
        <p:spPr>
          <a:xfrm>
            <a:off x="3254880" y="1160000"/>
            <a:ext cx="2634240" cy="5200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" name="c2stat"/>
          <p:cNvSpPr/>
          <p:nvPr/>
        </p:nvSpPr>
        <p:spPr>
          <a:xfrm>
            <a:off x="3254880" y="1230000"/>
            <a:ext cx="263424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rgbClr val="00B050"/>
                </a:solidFill>
                <a:latin typeface="Trebuchet MS"/>
              </a:rPr>
              <a:t>12</a:t>
            </a:r>
            <a:r>
              <a:rPr lang="en-US" sz="1800" b="0" dirty="0">
                <a:solidFill>
                  <a:srgbClr val="94A3B8"/>
                </a:solidFill>
                <a:latin typeface="Calibri"/>
              </a:rPr>
              <a:t> /18</a:t>
            </a:r>
          </a:p>
        </p:txBody>
      </p:sp>
      <p:sp>
        <p:nvSpPr>
          <p:cNvPr id="23" name="c2lbl"/>
          <p:cNvSpPr/>
          <p:nvPr/>
        </p:nvSpPr>
        <p:spPr>
          <a:xfrm>
            <a:off x="3254880" y="1840000"/>
            <a:ext cx="2634240" cy="7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rIns="12000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/>
              </a:rPr>
              <a:t>configs with 0-1/10 fail</a:t>
            </a:r>
          </a:p>
          <a:p>
            <a:pPr algn="ctr">
              <a:buNone/>
            </a:pPr>
            <a:r>
              <a:rPr lang="en-US" sz="880" b="0" dirty="0">
                <a:solidFill>
                  <a:srgbClr val="64748B"/>
                </a:solidFill>
                <a:latin typeface="Calibri"/>
              </a:rPr>
              <a:t>Fail oracle </a:t>
            </a:r>
            <a:r>
              <a:rPr lang="en-US" sz="880" dirty="0">
                <a:solidFill>
                  <a:srgbClr val="64748B"/>
                </a:solidFill>
                <a:latin typeface="Calibri"/>
              </a:rPr>
              <a:t>scarcely</a:t>
            </a:r>
            <a:r>
              <a:rPr lang="en-US" sz="880" b="0" dirty="0">
                <a:solidFill>
                  <a:srgbClr val="64748B"/>
                </a:solidFill>
                <a:latin typeface="Calibri"/>
              </a:rPr>
              <a:t> triggered in more than half of all configs</a:t>
            </a:r>
          </a:p>
        </p:txBody>
      </p:sp>
      <p:sp>
        <p:nvSpPr>
          <p:cNvPr id="30" name="c3bg"/>
          <p:cNvSpPr/>
          <p:nvPr/>
        </p:nvSpPr>
        <p:spPr>
          <a:xfrm>
            <a:off x="6144000" y="1160000"/>
            <a:ext cx="2634240" cy="150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1" name="c3acc"/>
          <p:cNvSpPr/>
          <p:nvPr/>
        </p:nvSpPr>
        <p:spPr>
          <a:xfrm>
            <a:off x="6144000" y="1160000"/>
            <a:ext cx="263424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2" name="c3stat"/>
          <p:cNvSpPr/>
          <p:nvPr/>
        </p:nvSpPr>
        <p:spPr>
          <a:xfrm>
            <a:off x="6144000" y="1230000"/>
            <a:ext cx="2634240" cy="6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/>
              </a:rPr>
              <a:t>349 J</a:t>
            </a:r>
          </a:p>
        </p:txBody>
      </p:sp>
      <p:sp>
        <p:nvSpPr>
          <p:cNvPr id="33" name="c3lbl"/>
          <p:cNvSpPr/>
          <p:nvPr/>
        </p:nvSpPr>
        <p:spPr>
          <a:xfrm>
            <a:off x="6144000" y="1840000"/>
            <a:ext cx="2634240" cy="76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rIns="120000" anchor="t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/>
              </a:rPr>
              <a:t>total energy range</a:t>
            </a:r>
          </a:p>
          <a:p>
            <a:pPr algn="ctr">
              <a:buNone/>
            </a:pPr>
            <a:r>
              <a:rPr lang="en-US" sz="880" b="0" dirty="0">
                <a:solidFill>
                  <a:srgbClr val="64748B"/>
                </a:solidFill>
                <a:latin typeface="Calibri"/>
              </a:rPr>
              <a:t>4301 J – 4650 J across configs (best vs worst)</a:t>
            </a:r>
          </a:p>
        </p:txBody>
      </p:sp>
      <p:sp>
        <p:nvSpPr>
          <p:cNvPr id="40" name="ibg"/>
          <p:cNvSpPr/>
          <p:nvPr/>
        </p:nvSpPr>
        <p:spPr>
          <a:xfrm>
            <a:off x="365760" y="2860000"/>
            <a:ext cx="8412480" cy="196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BBF7D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1" name="ilacc"/>
          <p:cNvSpPr/>
          <p:nvPr/>
        </p:nvSpPr>
        <p:spPr>
          <a:xfrm>
            <a:off x="365760" y="2860000"/>
            <a:ext cx="54000" cy="196000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2" name="ititle"/>
          <p:cNvSpPr/>
          <p:nvPr/>
        </p:nvSpPr>
        <p:spPr>
          <a:xfrm>
            <a:off x="500000" y="2900000"/>
            <a:ext cx="8200000" cy="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rIns="0" anchor="ctr">
            <a:noAutofit/>
          </a:bodyPr>
          <a:lstStyle/>
          <a:p>
            <a:pPr>
              <a:buNone/>
            </a:pPr>
            <a:r>
              <a:rPr lang="en-US" sz="1150" b="1" dirty="0">
                <a:solidFill>
                  <a:srgbClr val="166534"/>
                </a:solidFill>
                <a:latin typeface="Trebuchet MS"/>
              </a:rPr>
              <a:t>What this means</a:t>
            </a:r>
          </a:p>
        </p:txBody>
      </p:sp>
      <p:sp>
        <p:nvSpPr>
          <p:cNvPr id="43" name="icol1"/>
          <p:cNvSpPr/>
          <p:nvPr/>
        </p:nvSpPr>
        <p:spPr>
          <a:xfrm>
            <a:off x="500000" y="3240000"/>
            <a:ext cx="3900000" cy="1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rIns="60000" anchor="t">
            <a:noAutofit/>
          </a:bodyPr>
          <a:lstStyle/>
          <a:p>
            <a:pPr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Oracle </a:t>
            </a:r>
            <a:r>
              <a:rPr lang="en-US" sz="950" b="0">
                <a:solidFill>
                  <a:srgbClr val="1E293B"/>
                </a:solidFill>
                <a:latin typeface="Calibri"/>
              </a:rPr>
              <a:t>verdicts </a:t>
            </a:r>
            <a:r>
              <a:rPr lang="en-US" sz="950">
                <a:solidFill>
                  <a:srgbClr val="1E293B"/>
                </a:solidFill>
                <a:latin typeface="Calibri"/>
              </a:rPr>
              <a:t>are</a:t>
            </a:r>
            <a:r>
              <a:rPr lang="en-US" sz="950" b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robust to some simulator config changes; the AV either passes or fails regardless of NPC count.</a:t>
            </a:r>
          </a:p>
          <a:p>
            <a:pPr>
              <a:lnSpc>
                <a:spcPts val="1600"/>
              </a:lnSpc>
              <a:buNone/>
            </a:pPr>
            <a:endParaRPr dirty="0"/>
          </a:p>
          <a:p>
            <a:pPr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The 10/0.10s/100k config achieves 4301 J total — </a:t>
            </a:r>
            <a:r>
              <a:rPr lang="en-US" sz="950" b="1" dirty="0">
                <a:solidFill>
                  <a:srgbClr val="1E293B"/>
                </a:solidFill>
                <a:latin typeface="Calibri"/>
              </a:rPr>
              <a:t>71 J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 below baseline — while maintaining 10/10 pass and 0/10 fail. A possible optimisation opportunity.</a:t>
            </a:r>
          </a:p>
        </p:txBody>
      </p:sp>
      <p:sp>
        <p:nvSpPr>
          <p:cNvPr id="44" name="icol2"/>
          <p:cNvSpPr/>
          <p:nvPr/>
        </p:nvSpPr>
        <p:spPr>
          <a:xfrm>
            <a:off x="4600000" y="3240000"/>
            <a:ext cx="4100000" cy="1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rIns="0" anchor="t">
            <a:noAutofit/>
          </a:bodyPr>
          <a:lstStyle/>
          <a:p>
            <a:pPr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The primary energy driver is CPU load,  NPC count and physics step cause up to 44% CPU increase while GPU stays flat or decreases.</a:t>
            </a:r>
          </a:p>
          <a:p>
            <a:pPr>
              <a:lnSpc>
                <a:spcPts val="1600"/>
              </a:lnSpc>
              <a:buNone/>
            </a:pPr>
            <a:endParaRPr dirty="0"/>
          </a:p>
          <a:p>
            <a:pPr>
              <a:lnSpc>
                <a:spcPts val="1600"/>
              </a:lnSpc>
              <a:buNone/>
            </a:pPr>
            <a:r>
              <a:rPr lang="en-US" sz="950" b="1" dirty="0">
                <a:solidFill>
                  <a:srgbClr val="F97316"/>
                </a:solidFill>
                <a:latin typeface="Calibri"/>
              </a:rPr>
              <a:t>⚠  </a:t>
            </a:r>
            <a:r>
              <a:rPr lang="en-US" sz="950" b="0" dirty="0">
                <a:solidFill>
                  <a:srgbClr val="1E293B"/>
                </a:solidFill>
                <a:latin typeface="Calibri"/>
              </a:rPr>
              <a:t>Configs with 100k lidar + 0.02s physics step show higher fail rates (up to 8/10), suggesting these push simulation beyond the oracle's calibrated envelope.</a:t>
            </a:r>
          </a:p>
        </p:txBody>
      </p:sp>
      <p:sp>
        <p:nvSpPr>
          <p:cNvPr id="45" name="idiv"/>
          <p:cNvSpPr/>
          <p:nvPr/>
        </p:nvSpPr>
        <p:spPr>
          <a:xfrm>
            <a:off x="4440000" y="3260000"/>
            <a:ext cx="18000" cy="1400000"/>
          </a:xfrm>
          <a:prstGeom prst="rect">
            <a:avLst/>
          </a:prstGeom>
          <a:solidFill>
            <a:srgbClr val="BBF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7F3D4B1-CCE8-4809-43CE-6EAB21DCD0D7}"/>
              </a:ext>
            </a:extLst>
          </p:cNvPr>
          <p:cNvSpPr/>
          <p:nvPr/>
        </p:nvSpPr>
        <p:spPr>
          <a:xfrm>
            <a:off x="457200" y="600866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22</a:t>
            </a:r>
            <a:endParaRPr lang="en-US" sz="1100" b="0" strike="noStrike" spc="-1" noProof="0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hline"/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" name="htitle"/>
          <p:cNvSpPr/>
          <p:nvPr/>
        </p:nvSpPr>
        <p:spPr>
          <a:xfrm>
            <a:off x="457200" y="90000"/>
            <a:ext cx="750000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/>
              </a:rPr>
              <a:t>Future Work: Possible Extension</a:t>
            </a:r>
          </a:p>
        </p:txBody>
      </p:sp>
      <p:sp>
        <p:nvSpPr>
          <p:cNvPr id="5" name="hsub"/>
          <p:cNvSpPr/>
          <p:nvPr/>
        </p:nvSpPr>
        <p:spPr>
          <a:xfrm>
            <a:off x="457200" y="700000"/>
            <a:ext cx="7500000" cy="2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900" b="0" dirty="0">
                <a:solidFill>
                  <a:srgbClr val="94C8C4"/>
                </a:solidFill>
                <a:latin typeface="Calibri"/>
              </a:rPr>
              <a:t>If results are promising, the project could be extended into any of these directions</a:t>
            </a:r>
          </a:p>
        </p:txBody>
      </p:sp>
      <p:sp>
        <p:nvSpPr>
          <p:cNvPr id="10" name="c1_bg"/>
          <p:cNvSpPr/>
          <p:nvPr/>
        </p:nvSpPr>
        <p:spPr>
          <a:xfrm>
            <a:off x="310000" y="1540945"/>
            <a:ext cx="2640000" cy="14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5400000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1" name="c1_num"/>
          <p:cNvSpPr/>
          <p:nvPr/>
        </p:nvSpPr>
        <p:spPr>
          <a:xfrm>
            <a:off x="310000" y="1540945"/>
            <a:ext cx="380000" cy="38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2" name="c1_icon"/>
          <p:cNvSpPr/>
          <p:nvPr/>
        </p:nvSpPr>
        <p:spPr>
          <a:xfrm>
            <a:off x="1430000" y="1600945"/>
            <a:ext cx="400000" cy="400000"/>
          </a:xfrm>
          <a:prstGeom prst="ellipse">
            <a:avLst/>
          </a:prstGeom>
          <a:solidFill>
            <a:srgbClr val="E0F2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0369A1"/>
                </a:solidFill>
                <a:latin typeface="Trebuchet MS"/>
              </a:rPr>
              <a:t>▲</a:t>
            </a:r>
          </a:p>
        </p:txBody>
      </p:sp>
      <p:sp>
        <p:nvSpPr>
          <p:cNvPr id="13" name="c1_txt"/>
          <p:cNvSpPr/>
          <p:nvPr/>
        </p:nvSpPr>
        <p:spPr>
          <a:xfrm>
            <a:off x="345000" y="2075906"/>
            <a:ext cx="257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tIns="30000" rIns="6000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/>
              </a:rPr>
              <a:t>Energy-aware test prioritization</a:t>
            </a:r>
          </a:p>
          <a:p>
            <a:pPr algn="l">
              <a:buNone/>
            </a:pPr>
            <a:endParaRPr sz="1400" dirty="0"/>
          </a:p>
          <a:p>
            <a:pPr algn="l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Run cheapest tests first to fail fast without wasting energy</a:t>
            </a:r>
          </a:p>
        </p:txBody>
      </p:sp>
      <p:sp>
        <p:nvSpPr>
          <p:cNvPr id="20" name="c2_bg"/>
          <p:cNvSpPr/>
          <p:nvPr/>
        </p:nvSpPr>
        <p:spPr>
          <a:xfrm>
            <a:off x="3110000" y="1540945"/>
            <a:ext cx="2640000" cy="14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5400000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" name="c2_num"/>
          <p:cNvSpPr/>
          <p:nvPr/>
        </p:nvSpPr>
        <p:spPr>
          <a:xfrm>
            <a:off x="3110000" y="1540945"/>
            <a:ext cx="380000" cy="38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22" name="c2_icon"/>
          <p:cNvSpPr/>
          <p:nvPr/>
        </p:nvSpPr>
        <p:spPr>
          <a:xfrm>
            <a:off x="4230000" y="1600945"/>
            <a:ext cx="400000" cy="400000"/>
          </a:xfrm>
          <a:prstGeom prst="ellipse">
            <a:avLst/>
          </a:prstGeom>
          <a:solidFill>
            <a:srgbClr val="FEF9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854D0E"/>
                </a:solidFill>
                <a:latin typeface="Trebuchet MS"/>
              </a:rPr>
              <a:t>↺</a:t>
            </a:r>
          </a:p>
        </p:txBody>
      </p:sp>
      <p:sp>
        <p:nvSpPr>
          <p:cNvPr id="23" name="c2_txt"/>
          <p:cNvSpPr/>
          <p:nvPr/>
        </p:nvSpPr>
        <p:spPr>
          <a:xfrm>
            <a:off x="3180000" y="2080690"/>
            <a:ext cx="257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tIns="30000" rIns="6000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/>
              </a:rPr>
              <a:t>Energy-constrained regression testing</a:t>
            </a:r>
            <a:endParaRPr lang="en-US" sz="600" b="1" dirty="0">
              <a:solidFill>
                <a:srgbClr val="1E293B"/>
              </a:solidFill>
              <a:latin typeface="Trebuchet MS"/>
            </a:endParaRPr>
          </a:p>
          <a:p>
            <a:pPr algn="l">
              <a:buNone/>
            </a:pPr>
            <a:endParaRPr lang="en-US" sz="700" b="1" dirty="0">
              <a:solidFill>
                <a:srgbClr val="1E293B"/>
              </a:solidFill>
              <a:latin typeface="Trebuchet MS"/>
            </a:endParaRPr>
          </a:p>
          <a:p>
            <a:pPr algn="l">
              <a:buNone/>
            </a:pPr>
            <a:endParaRPr sz="100" dirty="0"/>
          </a:p>
          <a:p>
            <a:pPr algn="l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Maintain safety coverage under an explicit energy budget</a:t>
            </a:r>
          </a:p>
        </p:txBody>
      </p:sp>
      <p:sp>
        <p:nvSpPr>
          <p:cNvPr id="30" name="c3_bg"/>
          <p:cNvSpPr/>
          <p:nvPr/>
        </p:nvSpPr>
        <p:spPr>
          <a:xfrm>
            <a:off x="5910000" y="1540945"/>
            <a:ext cx="2640000" cy="14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5400000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1" name="c3_num"/>
          <p:cNvSpPr/>
          <p:nvPr/>
        </p:nvSpPr>
        <p:spPr>
          <a:xfrm>
            <a:off x="5910000" y="1540945"/>
            <a:ext cx="380000" cy="38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32" name="c3_icon"/>
          <p:cNvSpPr/>
          <p:nvPr/>
        </p:nvSpPr>
        <p:spPr>
          <a:xfrm>
            <a:off x="7030000" y="1600945"/>
            <a:ext cx="400000" cy="400000"/>
          </a:xfrm>
          <a:prstGeom prst="ellipse">
            <a:avLst/>
          </a:prstGeom>
          <a:solidFill>
            <a:srgbClr val="EDE9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6D28D9"/>
                </a:solidFill>
                <a:latin typeface="Trebuchet MS"/>
              </a:rPr>
              <a:t>◆</a:t>
            </a:r>
          </a:p>
        </p:txBody>
      </p:sp>
      <p:sp>
        <p:nvSpPr>
          <p:cNvPr id="33" name="c3_txt"/>
          <p:cNvSpPr/>
          <p:nvPr/>
        </p:nvSpPr>
        <p:spPr>
          <a:xfrm>
            <a:off x="5980000" y="2075906"/>
            <a:ext cx="257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tIns="30000" rIns="6000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/>
              </a:rPr>
              <a:t>Learning-based energy prediction</a:t>
            </a:r>
          </a:p>
          <a:p>
            <a:pPr algn="l">
              <a:buNone/>
            </a:pPr>
            <a:endParaRPr sz="1400" dirty="0"/>
          </a:p>
          <a:p>
            <a:pPr algn="l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Train a model to predict energy cost from config parameters</a:t>
            </a:r>
          </a:p>
        </p:txBody>
      </p:sp>
      <p:sp>
        <p:nvSpPr>
          <p:cNvPr id="40" name="c4_bg"/>
          <p:cNvSpPr/>
          <p:nvPr/>
        </p:nvSpPr>
        <p:spPr>
          <a:xfrm>
            <a:off x="1710000" y="3269386"/>
            <a:ext cx="2640000" cy="14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5400000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1" name="c4_num"/>
          <p:cNvSpPr/>
          <p:nvPr/>
        </p:nvSpPr>
        <p:spPr>
          <a:xfrm>
            <a:off x="1710000" y="3269386"/>
            <a:ext cx="380000" cy="38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42" name="c4_icon"/>
          <p:cNvSpPr/>
          <p:nvPr/>
        </p:nvSpPr>
        <p:spPr>
          <a:xfrm>
            <a:off x="2830000" y="3329386"/>
            <a:ext cx="400000" cy="400000"/>
          </a:xfrm>
          <a:prstGeom prst="ellipse">
            <a:avLst/>
          </a:prstGeom>
          <a:solidFill>
            <a:srgbClr val="FEE2E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B91C1C"/>
                </a:solidFill>
                <a:latin typeface="Trebuchet MS"/>
              </a:rPr>
              <a:t>⬡</a:t>
            </a:r>
          </a:p>
        </p:txBody>
      </p:sp>
      <p:sp>
        <p:nvSpPr>
          <p:cNvPr id="43" name="c4_txt"/>
          <p:cNvSpPr/>
          <p:nvPr/>
        </p:nvSpPr>
        <p:spPr>
          <a:xfrm>
            <a:off x="1780000" y="3869386"/>
            <a:ext cx="257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tIns="30000" rIns="6000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/>
              </a:rPr>
              <a:t>Multi-objective optimization</a:t>
            </a:r>
            <a:endParaRPr lang="en-US" sz="500" b="1" dirty="0">
              <a:solidFill>
                <a:srgbClr val="1E293B"/>
              </a:solidFill>
              <a:latin typeface="Trebuchet MS"/>
            </a:endParaRPr>
          </a:p>
          <a:p>
            <a:pPr algn="l">
              <a:buNone/>
            </a:pPr>
            <a:endParaRPr sz="1050" dirty="0"/>
          </a:p>
          <a:p>
            <a:pPr algn="l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Pareto trade-offs: safety vs energy vs simulation realism</a:t>
            </a:r>
          </a:p>
        </p:txBody>
      </p:sp>
      <p:sp>
        <p:nvSpPr>
          <p:cNvPr id="50" name="c5_bg"/>
          <p:cNvSpPr/>
          <p:nvPr/>
        </p:nvSpPr>
        <p:spPr>
          <a:xfrm>
            <a:off x="4510000" y="3269386"/>
            <a:ext cx="2640000" cy="1480000"/>
          </a:xfrm>
          <a:prstGeom prst="rect">
            <a:avLst/>
          </a:prstGeom>
          <a:solidFill>
            <a:srgbClr val="FFFFFF"/>
          </a:solidFill>
          <a:ln w="18000">
            <a:solidFill>
              <a:srgbClr val="E2E8F0"/>
            </a:solidFill>
          </a:ln>
          <a:effectLst>
            <a:outerShdw blurRad="76200" dist="25400" dir="5400000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51" name="c5_num"/>
          <p:cNvSpPr/>
          <p:nvPr/>
        </p:nvSpPr>
        <p:spPr>
          <a:xfrm>
            <a:off x="4510000" y="3269386"/>
            <a:ext cx="380000" cy="38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52" name="c5_icon"/>
          <p:cNvSpPr/>
          <p:nvPr/>
        </p:nvSpPr>
        <p:spPr>
          <a:xfrm>
            <a:off x="5630000" y="3329386"/>
            <a:ext cx="400000" cy="400000"/>
          </a:xfrm>
          <a:prstGeom prst="ellipse">
            <a:avLst/>
          </a:prstGeom>
          <a:solidFill>
            <a:srgbClr val="D1FA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buNone/>
            </a:pPr>
            <a:r>
              <a:rPr lang="en-US" sz="1300" b="0" dirty="0">
                <a:solidFill>
                  <a:srgbClr val="065F46"/>
                </a:solidFill>
                <a:latin typeface="Trebuchet MS"/>
              </a:rPr>
              <a:t>✔</a:t>
            </a:r>
          </a:p>
        </p:txBody>
      </p:sp>
      <p:sp>
        <p:nvSpPr>
          <p:cNvPr id="53" name="c5_txt"/>
          <p:cNvSpPr/>
          <p:nvPr/>
        </p:nvSpPr>
        <p:spPr>
          <a:xfrm>
            <a:off x="4660000" y="3869386"/>
            <a:ext cx="2570000" cy="1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0000" tIns="30000" rIns="6000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/>
              </a:rPr>
              <a:t>Energy-aware oracle design</a:t>
            </a:r>
          </a:p>
          <a:p>
            <a:pPr algn="l">
              <a:buNone/>
            </a:pPr>
            <a:endParaRPr sz="1050" dirty="0"/>
          </a:p>
          <a:p>
            <a:pPr algn="l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Design oracles that explicitly account for energy consumption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575B-9477-E1FB-1743-688D3BB2F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>
            <a:extLst>
              <a:ext uri="{FF2B5EF4-FFF2-40B4-BE49-F238E27FC236}">
                <a16:creationId xmlns:a16="http://schemas.microsoft.com/office/drawing/2014/main" id="{9B0AABCD-4964-16CF-93BB-510F105FE377}"/>
              </a:ext>
            </a:extLst>
          </p:cNvPr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9EDD528-4BEA-EA8C-D1DE-D152D48E2CFF}"/>
              </a:ext>
            </a:extLst>
          </p:cNvPr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Oracle Results</a:t>
            </a:r>
          </a:p>
        </p:txBody>
      </p:sp>
      <p:sp>
        <p:nvSpPr>
          <p:cNvPr id="10" name="lcard">
            <a:extLst>
              <a:ext uri="{FF2B5EF4-FFF2-40B4-BE49-F238E27FC236}">
                <a16:creationId xmlns:a16="http://schemas.microsoft.com/office/drawing/2014/main" id="{0D57D288-143D-AE8D-9730-4DD48D732E40}"/>
              </a:ext>
            </a:extLst>
          </p:cNvPr>
          <p:cNvSpPr/>
          <p:nvPr/>
        </p:nvSpPr>
        <p:spPr>
          <a:xfrm>
            <a:off x="365760" y="1334484"/>
            <a:ext cx="3840480" cy="3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1" name="lacc">
            <a:extLst>
              <a:ext uri="{FF2B5EF4-FFF2-40B4-BE49-F238E27FC236}">
                <a16:creationId xmlns:a16="http://schemas.microsoft.com/office/drawing/2014/main" id="{755F6CA9-217F-A6EC-DE37-673569CC91C5}"/>
              </a:ext>
            </a:extLst>
          </p:cNvPr>
          <p:cNvSpPr/>
          <p:nvPr/>
        </p:nvSpPr>
        <p:spPr>
          <a:xfrm>
            <a:off x="365760" y="1334482"/>
            <a:ext cx="3840480" cy="49652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lctitle">
            <a:extLst>
              <a:ext uri="{FF2B5EF4-FFF2-40B4-BE49-F238E27FC236}">
                <a16:creationId xmlns:a16="http://schemas.microsoft.com/office/drawing/2014/main" id="{AF97A82C-5E0C-771A-1673-0E88BED0E07B}"/>
              </a:ext>
            </a:extLst>
          </p:cNvPr>
          <p:cNvSpPr/>
          <p:nvPr/>
        </p:nvSpPr>
        <p:spPr>
          <a:xfrm>
            <a:off x="457200" y="1516898"/>
            <a:ext cx="3600000" cy="275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/>
              </a:rPr>
              <a:t>Strongest Trend: LiDAR Density Increased Oracle Failures</a:t>
            </a:r>
          </a:p>
        </p:txBody>
      </p:sp>
      <p:sp>
        <p:nvSpPr>
          <p:cNvPr id="13" name="lcbody">
            <a:extLst>
              <a:ext uri="{FF2B5EF4-FFF2-40B4-BE49-F238E27FC236}">
                <a16:creationId xmlns:a16="http://schemas.microsoft.com/office/drawing/2014/main" id="{0ADE158B-644E-63C2-601B-375C41B02578}"/>
              </a:ext>
            </a:extLst>
          </p:cNvPr>
          <p:cNvSpPr/>
          <p:nvPr/>
        </p:nvSpPr>
        <p:spPr>
          <a:xfrm>
            <a:off x="566279" y="1784678"/>
            <a:ext cx="3620000" cy="28963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050" b="0" dirty="0">
              <a:solidFill>
                <a:srgbClr val="475569"/>
              </a:solidFill>
              <a:latin typeface="Calibri"/>
            </a:endParaRPr>
          </a:p>
          <a:p>
            <a:pPr>
              <a:buNone/>
            </a:pPr>
            <a:endParaRPr lang="fr-CH" sz="500" dirty="0"/>
          </a:p>
          <a:p>
            <a:pPr>
              <a:buNone/>
            </a:pPr>
            <a:endParaRPr sz="500" dirty="0"/>
          </a:p>
          <a:p>
            <a:pPr>
              <a:lnSpc>
                <a:spcPts val="1600"/>
              </a:lnSpc>
              <a:buNone/>
            </a:pPr>
            <a:r>
              <a:rPr lang="pt-PT" sz="12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 Fail </a:t>
            </a:r>
            <a:r>
              <a:rPr lang="pt-PT" sz="1200" dirty="0" err="1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r>
              <a:rPr lang="pt-PT" sz="12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100" b="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strongly suggests that increasing LiDAR density significantly stresses the perception or processing pipeline.</a:t>
            </a:r>
            <a:endParaRPr lang="en-US" sz="12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card">
            <a:extLst>
              <a:ext uri="{FF2B5EF4-FFF2-40B4-BE49-F238E27FC236}">
                <a16:creationId xmlns:a16="http://schemas.microsoft.com/office/drawing/2014/main" id="{8003A148-B26B-0BFD-1108-4E879D7F7C04}"/>
              </a:ext>
            </a:extLst>
          </p:cNvPr>
          <p:cNvSpPr/>
          <p:nvPr/>
        </p:nvSpPr>
        <p:spPr>
          <a:xfrm>
            <a:off x="4663920" y="2493948"/>
            <a:ext cx="4114320" cy="24205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" name="racc">
            <a:extLst>
              <a:ext uri="{FF2B5EF4-FFF2-40B4-BE49-F238E27FC236}">
                <a16:creationId xmlns:a16="http://schemas.microsoft.com/office/drawing/2014/main" id="{D396B035-2BC8-B629-643C-61A2A5A2BB71}"/>
              </a:ext>
            </a:extLst>
          </p:cNvPr>
          <p:cNvSpPr/>
          <p:nvPr/>
        </p:nvSpPr>
        <p:spPr>
          <a:xfrm>
            <a:off x="4663920" y="2493949"/>
            <a:ext cx="411432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" name="rctitle">
            <a:extLst>
              <a:ext uri="{FF2B5EF4-FFF2-40B4-BE49-F238E27FC236}">
                <a16:creationId xmlns:a16="http://schemas.microsoft.com/office/drawing/2014/main" id="{14BE0D3B-5DA3-EE44-8ED4-1D1AAAA224FD}"/>
              </a:ext>
            </a:extLst>
          </p:cNvPr>
          <p:cNvSpPr/>
          <p:nvPr/>
        </p:nvSpPr>
        <p:spPr>
          <a:xfrm>
            <a:off x="4755360" y="2583949"/>
            <a:ext cx="3900000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/>
              </a:rPr>
              <a:t>Effect of Physics Step Size</a:t>
            </a:r>
          </a:p>
        </p:txBody>
      </p:sp>
      <p:sp>
        <p:nvSpPr>
          <p:cNvPr id="23" name="rcbody">
            <a:extLst>
              <a:ext uri="{FF2B5EF4-FFF2-40B4-BE49-F238E27FC236}">
                <a16:creationId xmlns:a16="http://schemas.microsoft.com/office/drawing/2014/main" id="{1299E369-B8F4-4690-8FAF-4629CC7E4A06}"/>
              </a:ext>
            </a:extLst>
          </p:cNvPr>
          <p:cNvSpPr/>
          <p:nvPr/>
        </p:nvSpPr>
        <p:spPr>
          <a:xfrm>
            <a:off x="4755360" y="1764483"/>
            <a:ext cx="3940000" cy="3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1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B93EFC5-4070-EFD7-D23B-4F033666EC48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spc="-1" dirty="0">
                <a:solidFill>
                  <a:srgbClr val="CCECE9"/>
                </a:solidFill>
                <a:latin typeface="Calibri"/>
                <a:ea typeface="Calibri"/>
              </a:rPr>
              <a:t>19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" name="hdr_line">
            <a:extLst>
              <a:ext uri="{FF2B5EF4-FFF2-40B4-BE49-F238E27FC236}">
                <a16:creationId xmlns:a16="http://schemas.microsoft.com/office/drawing/2014/main" id="{9C96A8C7-9BF1-B998-8A98-83AD98DE3A7C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559F2C-12C0-C4D3-78E7-A6BF5A955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80365"/>
              </p:ext>
            </p:extLst>
          </p:nvPr>
        </p:nvGraphicFramePr>
        <p:xfrm>
          <a:off x="566279" y="2551022"/>
          <a:ext cx="3381842" cy="114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21">
                  <a:extLst>
                    <a:ext uri="{9D8B030D-6E8A-4147-A177-3AD203B41FA5}">
                      <a16:colId xmlns:a16="http://schemas.microsoft.com/office/drawing/2014/main" val="1364247586"/>
                    </a:ext>
                  </a:extLst>
                </a:gridCol>
                <a:gridCol w="1690921">
                  <a:extLst>
                    <a:ext uri="{9D8B030D-6E8A-4147-A177-3AD203B41FA5}">
                      <a16:colId xmlns:a16="http://schemas.microsoft.com/office/drawing/2014/main" val="3838038704"/>
                    </a:ext>
                  </a:extLst>
                </a:gridCol>
              </a:tblGrid>
              <a:tr h="344861"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IDAR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Typical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Fail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Behaviour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06665"/>
                  </a:ext>
                </a:extLst>
              </a:tr>
              <a:tr h="344861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10k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Mostly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0/10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failures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62802"/>
                  </a:ext>
                </a:extLst>
              </a:tr>
              <a:tr h="425171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100k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Frequently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2–8/10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failures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89897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9C418C8-7625-ADD9-A987-F380BC0ED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17159"/>
              </p:ext>
            </p:extLst>
          </p:nvPr>
        </p:nvGraphicFramePr>
        <p:xfrm>
          <a:off x="5030159" y="3059766"/>
          <a:ext cx="3381842" cy="1411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809">
                  <a:extLst>
                    <a:ext uri="{9D8B030D-6E8A-4147-A177-3AD203B41FA5}">
                      <a16:colId xmlns:a16="http://schemas.microsoft.com/office/drawing/2014/main" val="1364247586"/>
                    </a:ext>
                  </a:extLst>
                </a:gridCol>
                <a:gridCol w="1947033">
                  <a:extLst>
                    <a:ext uri="{9D8B030D-6E8A-4147-A177-3AD203B41FA5}">
                      <a16:colId xmlns:a16="http://schemas.microsoft.com/office/drawing/2014/main" val="3838038704"/>
                    </a:ext>
                  </a:extLst>
                </a:gridCol>
              </a:tblGrid>
              <a:tr h="344861">
                <a:tc>
                  <a:txBody>
                    <a:bodyPr/>
                    <a:lstStyle/>
                    <a:p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Physics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step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el-GR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Typical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Fail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Behaviour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06665"/>
                  </a:ext>
                </a:extLst>
              </a:tr>
              <a:tr h="320143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0.02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Worst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Reliability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0-8/10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62802"/>
                  </a:ext>
                </a:extLst>
              </a:tr>
              <a:tr h="320842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0.05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Most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Stable</a:t>
                      </a:r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0-4/10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898975"/>
                  </a:ext>
                </a:extLst>
              </a:tr>
              <a:tr h="425171"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0.1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Best </a:t>
                      </a:r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Reliability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0-2/10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1297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40B97B3-26B0-1085-4500-C272D946FDA2}"/>
              </a:ext>
            </a:extLst>
          </p:cNvPr>
          <p:cNvSpPr txBox="1"/>
          <p:nvPr/>
        </p:nvSpPr>
        <p:spPr>
          <a:xfrm>
            <a:off x="5030159" y="4568413"/>
            <a:ext cx="338184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*0.02</a:t>
            </a:r>
            <a:r>
              <a:rPr lang="el-GR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fr-CH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CH" sz="1100" dirty="0" err="1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fr-CH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CH" sz="1100" dirty="0" err="1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caused</a:t>
            </a:r>
            <a:r>
              <a:rPr lang="fr-CH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no-</a:t>
            </a:r>
            <a:r>
              <a:rPr lang="fr-CH" sz="1100" dirty="0" err="1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</a:t>
            </a:r>
            <a:r>
              <a:rPr lang="fr-CH" sz="11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oracles</a:t>
            </a:r>
            <a:endParaRPr lang="en-US" sz="105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dirty="0"/>
          </a:p>
        </p:txBody>
      </p:sp>
      <p:sp>
        <p:nvSpPr>
          <p:cNvPr id="18" name="rcard">
            <a:extLst>
              <a:ext uri="{FF2B5EF4-FFF2-40B4-BE49-F238E27FC236}">
                <a16:creationId xmlns:a16="http://schemas.microsoft.com/office/drawing/2014/main" id="{0831E822-521F-BF2A-1C23-E142E1A53354}"/>
              </a:ext>
            </a:extLst>
          </p:cNvPr>
          <p:cNvSpPr/>
          <p:nvPr/>
        </p:nvSpPr>
        <p:spPr>
          <a:xfrm>
            <a:off x="4663920" y="1334482"/>
            <a:ext cx="4114320" cy="102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9" name="racc">
            <a:extLst>
              <a:ext uri="{FF2B5EF4-FFF2-40B4-BE49-F238E27FC236}">
                <a16:creationId xmlns:a16="http://schemas.microsoft.com/office/drawing/2014/main" id="{D546F9B1-8D1E-928E-C9AD-EB6D0EC45E95}"/>
              </a:ext>
            </a:extLst>
          </p:cNvPr>
          <p:cNvSpPr/>
          <p:nvPr/>
        </p:nvSpPr>
        <p:spPr>
          <a:xfrm>
            <a:off x="4663920" y="1334482"/>
            <a:ext cx="4114320" cy="54000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>
              <a:solidFill>
                <a:srgbClr val="00B050"/>
              </a:solidFill>
            </a:endParaRPr>
          </a:p>
        </p:txBody>
      </p:sp>
      <p:sp>
        <p:nvSpPr>
          <p:cNvPr id="24" name="rctitle">
            <a:extLst>
              <a:ext uri="{FF2B5EF4-FFF2-40B4-BE49-F238E27FC236}">
                <a16:creationId xmlns:a16="http://schemas.microsoft.com/office/drawing/2014/main" id="{35506483-43AF-D1DE-97E8-C55DC20266A1}"/>
              </a:ext>
            </a:extLst>
          </p:cNvPr>
          <p:cNvSpPr/>
          <p:nvPr/>
        </p:nvSpPr>
        <p:spPr>
          <a:xfrm>
            <a:off x="4755360" y="1424482"/>
            <a:ext cx="3900000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0B050"/>
                </a:solidFill>
                <a:latin typeface="Trebuchet MS"/>
              </a:rPr>
              <a:t>Effect of NPC Count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AA6CA1-5004-15DC-B6F4-C14A7DDC7B53}"/>
              </a:ext>
            </a:extLst>
          </p:cNvPr>
          <p:cNvSpPr txBox="1"/>
          <p:nvPr/>
        </p:nvSpPr>
        <p:spPr>
          <a:xfrm>
            <a:off x="4836694" y="1880203"/>
            <a:ext cx="37297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E7989"/>
                </a:solidFill>
                <a:latin typeface="Trebuchet MS" panose="020B0603020202020204" pitchFamily="34" charset="0"/>
              </a:rPr>
              <a:t>Increasing from 10 → 50 NPCs did not increase failures</a:t>
            </a:r>
            <a:endParaRPr lang="pt-PT" dirty="0">
              <a:solidFill>
                <a:srgbClr val="6E7989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114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5432A-29BA-8C40-7747-C65476AC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>
            <a:extLst>
              <a:ext uri="{FF2B5EF4-FFF2-40B4-BE49-F238E27FC236}">
                <a16:creationId xmlns:a16="http://schemas.microsoft.com/office/drawing/2014/main" id="{9F5FCEE1-F967-BCE0-4A08-3C4D510A13E1}"/>
              </a:ext>
            </a:extLst>
          </p:cNvPr>
          <p:cNvSpPr/>
          <p:nvPr/>
        </p:nvSpPr>
        <p:spPr>
          <a:xfrm>
            <a:off x="0" y="0"/>
            <a:ext cx="9144000" cy="1005480"/>
          </a:xfrm>
          <a:prstGeom prst="rect">
            <a:avLst/>
          </a:prstGeom>
          <a:solidFill>
            <a:srgbClr val="0F22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A4119A5-39EF-1A63-51AC-5278E82B61CE}"/>
              </a:ext>
            </a:extLst>
          </p:cNvPr>
          <p:cNvSpPr/>
          <p:nvPr/>
        </p:nvSpPr>
        <p:spPr>
          <a:xfrm>
            <a:off x="457200" y="100000"/>
            <a:ext cx="8229240" cy="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</a:rPr>
              <a:t>Configuration Energy Results</a:t>
            </a:r>
          </a:p>
        </p:txBody>
      </p:sp>
      <p:sp>
        <p:nvSpPr>
          <p:cNvPr id="10" name="lcard">
            <a:extLst>
              <a:ext uri="{FF2B5EF4-FFF2-40B4-BE49-F238E27FC236}">
                <a16:creationId xmlns:a16="http://schemas.microsoft.com/office/drawing/2014/main" id="{A978FDF1-1A01-CCE1-006B-83024E19517B}"/>
              </a:ext>
            </a:extLst>
          </p:cNvPr>
          <p:cNvSpPr/>
          <p:nvPr/>
        </p:nvSpPr>
        <p:spPr>
          <a:xfrm>
            <a:off x="365760" y="1334484"/>
            <a:ext cx="3840480" cy="3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 dirty="0"/>
          </a:p>
        </p:txBody>
      </p:sp>
      <p:sp>
        <p:nvSpPr>
          <p:cNvPr id="11" name="lacc">
            <a:extLst>
              <a:ext uri="{FF2B5EF4-FFF2-40B4-BE49-F238E27FC236}">
                <a16:creationId xmlns:a16="http://schemas.microsoft.com/office/drawing/2014/main" id="{C5394177-A284-1E37-E051-324E5AAB5A3D}"/>
              </a:ext>
            </a:extLst>
          </p:cNvPr>
          <p:cNvSpPr/>
          <p:nvPr/>
        </p:nvSpPr>
        <p:spPr>
          <a:xfrm>
            <a:off x="365760" y="1334482"/>
            <a:ext cx="3840480" cy="49652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2" name="lctitle">
            <a:extLst>
              <a:ext uri="{FF2B5EF4-FFF2-40B4-BE49-F238E27FC236}">
                <a16:creationId xmlns:a16="http://schemas.microsoft.com/office/drawing/2014/main" id="{FF53382F-5794-77CB-BCD8-B9276DE72D0E}"/>
              </a:ext>
            </a:extLst>
          </p:cNvPr>
          <p:cNvSpPr/>
          <p:nvPr/>
        </p:nvSpPr>
        <p:spPr>
          <a:xfrm>
            <a:off x="457200" y="1516898"/>
            <a:ext cx="3600000" cy="2758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/>
              </a:rPr>
              <a:t>Strong Trend: Increased CPU Energy</a:t>
            </a:r>
          </a:p>
        </p:txBody>
      </p:sp>
      <p:sp>
        <p:nvSpPr>
          <p:cNvPr id="13" name="lcbody">
            <a:extLst>
              <a:ext uri="{FF2B5EF4-FFF2-40B4-BE49-F238E27FC236}">
                <a16:creationId xmlns:a16="http://schemas.microsoft.com/office/drawing/2014/main" id="{899EFF64-5CEE-923B-6118-78AC38ED6702}"/>
              </a:ext>
            </a:extLst>
          </p:cNvPr>
          <p:cNvSpPr/>
          <p:nvPr/>
        </p:nvSpPr>
        <p:spPr>
          <a:xfrm>
            <a:off x="566279" y="1784678"/>
            <a:ext cx="3620000" cy="28963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050" b="0" dirty="0">
              <a:solidFill>
                <a:srgbClr val="475569"/>
              </a:solidFill>
              <a:latin typeface="Calibri"/>
            </a:endParaRPr>
          </a:p>
          <a:p>
            <a:pPr>
              <a:buNone/>
            </a:pPr>
            <a:endParaRPr lang="fr-CH" sz="500" dirty="0"/>
          </a:p>
          <a:p>
            <a:pPr>
              <a:buNone/>
            </a:pPr>
            <a:endParaRPr sz="500" dirty="0"/>
          </a:p>
          <a:p>
            <a:pPr>
              <a:lnSpc>
                <a:spcPts val="1600"/>
              </a:lnSpc>
              <a:buNone/>
            </a:pPr>
            <a:r>
              <a:rPr lang="en-US" sz="12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CPU energy approximately behaved as:</a:t>
            </a: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950" dirty="0">
              <a:solidFill>
                <a:srgbClr val="475569"/>
              </a:solidFill>
              <a:latin typeface="Calibri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1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4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endParaRPr lang="en-US" sz="14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dirty="0">
                <a:solidFill>
                  <a:srgbClr val="6E798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100k LiDAR consistently increased CPU usage compared to 10k.</a:t>
            </a:r>
            <a:endParaRPr lang="en-US" sz="1200" dirty="0">
              <a:solidFill>
                <a:srgbClr val="6E798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card">
            <a:extLst>
              <a:ext uri="{FF2B5EF4-FFF2-40B4-BE49-F238E27FC236}">
                <a16:creationId xmlns:a16="http://schemas.microsoft.com/office/drawing/2014/main" id="{162EB69C-6B89-120B-0FEA-830D95A4A6BB}"/>
              </a:ext>
            </a:extLst>
          </p:cNvPr>
          <p:cNvSpPr/>
          <p:nvPr/>
        </p:nvSpPr>
        <p:spPr>
          <a:xfrm>
            <a:off x="4663920" y="1887935"/>
            <a:ext cx="4114320" cy="20985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1" name="racc">
            <a:extLst>
              <a:ext uri="{FF2B5EF4-FFF2-40B4-BE49-F238E27FC236}">
                <a16:creationId xmlns:a16="http://schemas.microsoft.com/office/drawing/2014/main" id="{A0C33B15-6C08-6C50-13A1-77F4F7A48AA3}"/>
              </a:ext>
            </a:extLst>
          </p:cNvPr>
          <p:cNvSpPr/>
          <p:nvPr/>
        </p:nvSpPr>
        <p:spPr>
          <a:xfrm>
            <a:off x="4663920" y="1887936"/>
            <a:ext cx="411432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2" name="rctitle">
            <a:extLst>
              <a:ext uri="{FF2B5EF4-FFF2-40B4-BE49-F238E27FC236}">
                <a16:creationId xmlns:a16="http://schemas.microsoft.com/office/drawing/2014/main" id="{FCE890F4-5D13-06BE-DDB6-EB08DA64B5B7}"/>
              </a:ext>
            </a:extLst>
          </p:cNvPr>
          <p:cNvSpPr/>
          <p:nvPr/>
        </p:nvSpPr>
        <p:spPr>
          <a:xfrm>
            <a:off x="4755360" y="1977936"/>
            <a:ext cx="3900000" cy="3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/>
              </a:rPr>
              <a:t>GPU Energy</a:t>
            </a:r>
          </a:p>
        </p:txBody>
      </p:sp>
      <p:sp>
        <p:nvSpPr>
          <p:cNvPr id="23" name="rcbody">
            <a:extLst>
              <a:ext uri="{FF2B5EF4-FFF2-40B4-BE49-F238E27FC236}">
                <a16:creationId xmlns:a16="http://schemas.microsoft.com/office/drawing/2014/main" id="{63151DB1-3D3C-C086-449A-CEB745B10104}"/>
              </a:ext>
            </a:extLst>
          </p:cNvPr>
          <p:cNvSpPr/>
          <p:nvPr/>
        </p:nvSpPr>
        <p:spPr>
          <a:xfrm>
            <a:off x="4755360" y="1764483"/>
            <a:ext cx="3940000" cy="315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00"/>
              </a:lnSpc>
              <a:buNone/>
            </a:pPr>
            <a:endParaRPr lang="en-US" sz="11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131D2B6-81BD-7788-5F1A-61E736DC3F7B}"/>
              </a:ext>
            </a:extLst>
          </p:cNvPr>
          <p:cNvSpPr/>
          <p:nvPr/>
        </p:nvSpPr>
        <p:spPr>
          <a:xfrm>
            <a:off x="457200" y="7131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 noProof="0" dirty="0">
                <a:solidFill>
                  <a:srgbClr val="CCECE9"/>
                </a:solidFill>
                <a:latin typeface="Calibri"/>
                <a:ea typeface="Calibri"/>
              </a:rPr>
              <a:t>20</a:t>
            </a:r>
            <a:endParaRPr lang="en-US" sz="1100" b="0" strike="noStrike" spc="-1" noProof="0" dirty="0">
              <a:latin typeface="Arial"/>
            </a:endParaRPr>
          </a:p>
        </p:txBody>
      </p:sp>
      <p:sp>
        <p:nvSpPr>
          <p:cNvPr id="15" name="hdr_line">
            <a:extLst>
              <a:ext uri="{FF2B5EF4-FFF2-40B4-BE49-F238E27FC236}">
                <a16:creationId xmlns:a16="http://schemas.microsoft.com/office/drawing/2014/main" id="{69162C89-A352-B2CA-779E-D838D248D0DF}"/>
              </a:ext>
            </a:extLst>
          </p:cNvPr>
          <p:cNvSpPr/>
          <p:nvPr/>
        </p:nvSpPr>
        <p:spPr>
          <a:xfrm>
            <a:off x="0" y="1005480"/>
            <a:ext cx="9144000" cy="52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0ACAF3-05AC-8CFD-F0F8-951F5E517D43}"/>
              </a:ext>
            </a:extLst>
          </p:cNvPr>
          <p:cNvSpPr txBox="1"/>
          <p:nvPr/>
        </p:nvSpPr>
        <p:spPr>
          <a:xfrm>
            <a:off x="4947299" y="3593644"/>
            <a:ext cx="3547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E7989"/>
                </a:solidFill>
                <a:latin typeface="Trebuchet MS" panose="020B06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Dependence on NPC Count and LiDAR Density</a:t>
            </a:r>
            <a:endParaRPr lang="pt-PT" dirty="0">
              <a:latin typeface="Trebuchet MS" panose="020B0603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89004-5A64-02D0-DA6E-AFE7FA6F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168421"/>
              </p:ext>
            </p:extLst>
          </p:nvPr>
        </p:nvGraphicFramePr>
        <p:xfrm>
          <a:off x="566279" y="2456639"/>
          <a:ext cx="3381843" cy="142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984">
                  <a:extLst>
                    <a:ext uri="{9D8B030D-6E8A-4147-A177-3AD203B41FA5}">
                      <a16:colId xmlns:a16="http://schemas.microsoft.com/office/drawing/2014/main" val="1364247586"/>
                    </a:ext>
                  </a:extLst>
                </a:gridCol>
                <a:gridCol w="1195137">
                  <a:extLst>
                    <a:ext uri="{9D8B030D-6E8A-4147-A177-3AD203B41FA5}">
                      <a16:colId xmlns:a16="http://schemas.microsoft.com/office/drawing/2014/main" val="3154672637"/>
                    </a:ext>
                  </a:extLst>
                </a:gridCol>
                <a:gridCol w="747722">
                  <a:extLst>
                    <a:ext uri="{9D8B030D-6E8A-4147-A177-3AD203B41FA5}">
                      <a16:colId xmlns:a16="http://schemas.microsoft.com/office/drawing/2014/main" val="3838038704"/>
                    </a:ext>
                  </a:extLst>
                </a:gridCol>
              </a:tblGrid>
              <a:tr h="382814">
                <a:tc>
                  <a:txBody>
                    <a:bodyPr/>
                    <a:lstStyle/>
                    <a:p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Physics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step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el-GR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NPCs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CPU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06665"/>
                  </a:ext>
                </a:extLst>
              </a:tr>
              <a:tr h="342708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0.02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50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Highest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62802"/>
                  </a:ext>
                </a:extLst>
              </a:tr>
              <a:tr h="319188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0.05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30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Medium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898975"/>
                  </a:ext>
                </a:extLst>
              </a:tr>
              <a:tr h="378248"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0.1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10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Lowest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1297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C4CAB4-2D71-E082-41AC-E671B9C9C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433"/>
              </p:ext>
            </p:extLst>
          </p:nvPr>
        </p:nvGraphicFramePr>
        <p:xfrm>
          <a:off x="5030159" y="2414372"/>
          <a:ext cx="3087146" cy="1048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936">
                  <a:extLst>
                    <a:ext uri="{9D8B030D-6E8A-4147-A177-3AD203B41FA5}">
                      <a16:colId xmlns:a16="http://schemas.microsoft.com/office/drawing/2014/main" val="1364247586"/>
                    </a:ext>
                  </a:extLst>
                </a:gridCol>
                <a:gridCol w="1604210">
                  <a:extLst>
                    <a:ext uri="{9D8B030D-6E8A-4147-A177-3AD203B41FA5}">
                      <a16:colId xmlns:a16="http://schemas.microsoft.com/office/drawing/2014/main" val="3838038704"/>
                    </a:ext>
                  </a:extLst>
                </a:gridCol>
              </a:tblGrid>
              <a:tr h="324189">
                <a:tc>
                  <a:txBody>
                    <a:bodyPr/>
                    <a:lstStyle/>
                    <a:p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Physics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fr-CH" sz="12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step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el-GR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Δ</a:t>
                      </a:r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GPU</a:t>
                      </a: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306665"/>
                  </a:ext>
                </a:extLst>
              </a:tr>
              <a:tr h="324189">
                <a:tc>
                  <a:txBody>
                    <a:bodyPr/>
                    <a:lstStyle/>
                    <a:p>
                      <a:r>
                        <a:rPr lang="pt-PT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0.02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Trebuchet MS" panose="020B0603020202020204" pitchFamily="34" charset="0"/>
                        </a:rPr>
                        <a:t>-2.35% ~ -1.61%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62802"/>
                  </a:ext>
                </a:extLst>
              </a:tr>
              <a:tr h="399684">
                <a:tc>
                  <a:txBody>
                    <a:bodyPr/>
                    <a:lstStyle/>
                    <a:p>
                      <a:r>
                        <a:rPr lang="fr-CH" sz="12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0.1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Trebuchet MS" panose="020B0603020202020204" pitchFamily="34" charset="0"/>
                        </a:rPr>
                        <a:t>+0.21% ~ +3.82%</a:t>
                      </a:r>
                      <a:endParaRPr lang="pt-PT" sz="12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12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31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</TotalTime>
  <Words>2441</Words>
  <Application>Microsoft Office PowerPoint</Application>
  <PresentationFormat>On-screen Show (16:9)</PresentationFormat>
  <Paragraphs>782</Paragraphs>
  <Slides>27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Cambria Math</vt:lpstr>
      <vt:lpstr>Consolas</vt:lpstr>
      <vt:lpstr>Montserrat Medium</vt:lpstr>
      <vt:lpstr>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Energy-Aware AV Simulation – Midterm</dc:title>
  <dc:subject>PptxGenJS Presentation</dc:subject>
  <dc:creator>Rodrigo Friaes</dc:creator>
  <dc:description/>
  <cp:lastModifiedBy>Rodrigo Friães</cp:lastModifiedBy>
  <cp:revision>9</cp:revision>
  <dcterms:created xsi:type="dcterms:W3CDTF">2026-04-26T11:35:10Z</dcterms:created>
  <dcterms:modified xsi:type="dcterms:W3CDTF">2026-06-23T15:29:55Z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